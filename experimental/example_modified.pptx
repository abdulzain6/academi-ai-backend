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60" r:id="rId9"/>
    <p:sldId id="261" r:id="rId10"/>
    <p:sldId id="262" r:id="rId11"/>
    <p:sldId id="263" r:id="rId12"/>
    <p:sldId id="264" r:id="rId1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A1C4D3BD-27DD-4535-A46A-FA5BE5016A6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ffffff"/>
              </a:solidFill>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ffffff"/>
              </a:solidFill>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ffffff"/>
              </a:solidFill>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ffffff"/>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ffffff"/>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ffffff"/>
              </a:solidFill>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ffffff"/>
              </a:solidFill>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ffffff"/>
              </a:solidFill>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ffffff"/>
              </a:solidFill>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ffffff"/>
              </a:solidFill>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ffffff"/>
              </a:solidFill>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ffffff"/>
              </a:solidFill>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 name="Google Shape;68;p13"/>
          <p:cNvSpPr/>
          <p:nvPr/>
        </p:nvSpPr>
        <p:spPr>
          <a:xfrm>
            <a:off x="1226160" y="2104560"/>
            <a:ext cx="2072160" cy="1815480"/>
          </a:xfrm>
          <a:custGeom>
            <a:avLst/>
            <a:gdLst>
              <a:gd name="textAreaLeft" fmla="*/ 0 w 2072160"/>
              <a:gd name="textAreaRight" fmla="*/ 2072880 w 2072160"/>
              <a:gd name="textAreaTop" fmla="*/ 0 h 1815480"/>
              <a:gd name="textAreaBottom" fmla="*/ 1816200 h 1815480"/>
            </a:gdLst>
            <a:ahLst/>
            <a:rect l="textAreaLeft" t="textAreaTop" r="textAreaRight" b="textAreaBottom"/>
            <a:pathLst>
              <a:path w="21184" h="21442">
                <a:moveTo>
                  <a:pt x="10597" y="0"/>
                </a:moveTo>
                <a:lnTo>
                  <a:pt x="20359" y="0"/>
                </a:lnTo>
                <a:cubicBezTo>
                  <a:pt x="20993" y="0"/>
                  <a:pt x="21392" y="799"/>
                  <a:pt x="21070" y="1430"/>
                </a:cubicBezTo>
                <a:lnTo>
                  <a:pt x="16189" y="11200"/>
                </a:lnTo>
                <a:lnTo>
                  <a:pt x="11308" y="20970"/>
                </a:lnTo>
                <a:cubicBezTo>
                  <a:pt x="10987" y="21600"/>
                  <a:pt x="10197" y="21600"/>
                  <a:pt x="9876" y="20970"/>
                </a:cubicBezTo>
                <a:lnTo>
                  <a:pt x="4995" y="11200"/>
                </a:lnTo>
                <a:lnTo>
                  <a:pt x="113" y="1430"/>
                </a:lnTo>
                <a:cubicBezTo>
                  <a:pt x="-208" y="799"/>
                  <a:pt x="191" y="0"/>
                  <a:pt x="825" y="0"/>
                </a:cubicBezTo>
                <a:lnTo>
                  <a:pt x="10597" y="0"/>
                </a:lnTo>
                <a:close/>
              </a:path>
            </a:pathLst>
          </a:custGeom>
          <a:solidFill>
            <a:schemeClr val="accent5"/>
          </a:solidFill>
          <a:ln w="0">
            <a:noFill/>
          </a:ln>
        </p:spPr>
        <p:style>
          <a:lnRef idx="0"/>
          <a:fillRef idx="0"/>
          <a:effectRef idx="0"/>
          <a:fontRef idx="minor"/>
        </p:style>
        <p:txBody>
          <a:bodyPr lIns="38160" rIns="38160" tIns="38160" bIns="38160" anchor="ctr">
            <a:noAutofit/>
          </a:bodyPr>
          <a:p>
            <a:pPr>
              <a:lnSpc>
                <a:spcPct val="100000"/>
              </a:lnSpc>
              <a:tabLst>
                <a:tab algn="l" pos="0"/>
              </a:tabLst>
            </a:pPr>
            <a:endParaRPr b="0" lang="en-US" sz="1400" spc="-1" strike="noStrike">
              <a:solidFill>
                <a:srgbClr val="000000"/>
              </a:solidFill>
              <a:latin typeface="Arial"/>
              <a:ea typeface="DejaVu Sans"/>
            </a:endParaRPr>
          </a:p>
        </p:txBody>
      </p:sp>
      <p:sp>
        <p:nvSpPr>
          <p:cNvPr id="45" name="Google Shape;69;p13"/>
          <p:cNvSpPr/>
          <p:nvPr/>
        </p:nvSpPr>
        <p:spPr>
          <a:xfrm>
            <a:off x="2408760" y="4100040"/>
            <a:ext cx="2072160" cy="1815480"/>
          </a:xfrm>
          <a:custGeom>
            <a:avLst/>
            <a:gdLst>
              <a:gd name="textAreaLeft" fmla="*/ 0 w 2072160"/>
              <a:gd name="textAreaRight" fmla="*/ 2072880 w 2072160"/>
              <a:gd name="textAreaTop" fmla="*/ 0 h 1815480"/>
              <a:gd name="textAreaBottom" fmla="*/ 1816200 h 1815480"/>
            </a:gdLst>
            <a:ahLst/>
            <a:rect l="textAreaLeft" t="textAreaTop" r="textAreaRight" b="textAreaBottom"/>
            <a:pathLst>
              <a:path w="21184" h="21442">
                <a:moveTo>
                  <a:pt x="10597" y="0"/>
                </a:moveTo>
                <a:lnTo>
                  <a:pt x="20359" y="0"/>
                </a:lnTo>
                <a:cubicBezTo>
                  <a:pt x="20993" y="0"/>
                  <a:pt x="21392" y="799"/>
                  <a:pt x="21070" y="1430"/>
                </a:cubicBezTo>
                <a:lnTo>
                  <a:pt x="16189" y="11200"/>
                </a:lnTo>
                <a:lnTo>
                  <a:pt x="11308" y="20970"/>
                </a:lnTo>
                <a:cubicBezTo>
                  <a:pt x="10987" y="21600"/>
                  <a:pt x="10197" y="21600"/>
                  <a:pt x="9876" y="20970"/>
                </a:cubicBezTo>
                <a:lnTo>
                  <a:pt x="4995" y="11200"/>
                </a:lnTo>
                <a:lnTo>
                  <a:pt x="113" y="1430"/>
                </a:lnTo>
                <a:cubicBezTo>
                  <a:pt x="-208" y="799"/>
                  <a:pt x="191" y="0"/>
                  <a:pt x="825" y="0"/>
                </a:cubicBezTo>
                <a:lnTo>
                  <a:pt x="10597" y="0"/>
                </a:lnTo>
                <a:close/>
              </a:path>
            </a:pathLst>
          </a:custGeom>
          <a:solidFill>
            <a:schemeClr val="accent2"/>
          </a:solidFill>
          <a:ln w="0">
            <a:noFill/>
          </a:ln>
        </p:spPr>
        <p:style>
          <a:lnRef idx="0"/>
          <a:fillRef idx="0"/>
          <a:effectRef idx="0"/>
          <a:fontRef idx="minor"/>
        </p:style>
        <p:txBody>
          <a:bodyPr lIns="38160" rIns="38160" tIns="38160" bIns="38160" anchor="ctr">
            <a:noAutofit/>
          </a:bodyPr>
          <a:p>
            <a:pPr>
              <a:lnSpc>
                <a:spcPct val="100000"/>
              </a:lnSpc>
              <a:tabLst>
                <a:tab algn="l" pos="0"/>
              </a:tabLst>
            </a:pPr>
            <a:endParaRPr b="0" lang="en-US" sz="1400" spc="-1" strike="noStrike">
              <a:solidFill>
                <a:srgbClr val="000000"/>
              </a:solidFill>
              <a:latin typeface="Arial"/>
              <a:ea typeface="DejaVu Sans"/>
            </a:endParaRPr>
          </a:p>
        </p:txBody>
      </p:sp>
      <p:sp>
        <p:nvSpPr>
          <p:cNvPr id="46" name="Google Shape;70;p13"/>
          <p:cNvSpPr/>
          <p:nvPr/>
        </p:nvSpPr>
        <p:spPr>
          <a:xfrm>
            <a:off x="2466000" y="2183400"/>
            <a:ext cx="2072160" cy="1815480"/>
          </a:xfrm>
          <a:custGeom>
            <a:avLst/>
            <a:gdLst>
              <a:gd name="textAreaLeft" fmla="*/ 0 w 2072160"/>
              <a:gd name="textAreaRight" fmla="*/ 2072880 w 2072160"/>
              <a:gd name="textAreaTop" fmla="*/ 0 h 1815480"/>
              <a:gd name="textAreaBottom" fmla="*/ 1816200 h 1815480"/>
            </a:gdLst>
            <a:ahLst/>
            <a:rect l="textAreaLeft" t="textAreaTop" r="textAreaRight" b="textAreaBottom"/>
            <a:pathLst>
              <a:path w="21184" h="21442">
                <a:moveTo>
                  <a:pt x="10587" y="21442"/>
                </a:moveTo>
                <a:lnTo>
                  <a:pt x="825" y="21442"/>
                </a:lnTo>
                <a:cubicBezTo>
                  <a:pt x="191" y="21442"/>
                  <a:pt x="-208" y="20643"/>
                  <a:pt x="114" y="20012"/>
                </a:cubicBezTo>
                <a:lnTo>
                  <a:pt x="4995" y="10242"/>
                </a:lnTo>
                <a:lnTo>
                  <a:pt x="9876" y="472"/>
                </a:lnTo>
                <a:cubicBezTo>
                  <a:pt x="10197" y="-158"/>
                  <a:pt x="10987" y="-158"/>
                  <a:pt x="11308" y="472"/>
                </a:cubicBezTo>
                <a:lnTo>
                  <a:pt x="16189" y="10242"/>
                </a:lnTo>
                <a:lnTo>
                  <a:pt x="21071" y="20012"/>
                </a:lnTo>
                <a:cubicBezTo>
                  <a:pt x="21392" y="20643"/>
                  <a:pt x="20993" y="21442"/>
                  <a:pt x="20359" y="21442"/>
                </a:cubicBezTo>
                <a:lnTo>
                  <a:pt x="10587" y="21442"/>
                </a:lnTo>
                <a:close/>
              </a:path>
            </a:pathLst>
          </a:custGeom>
          <a:solidFill>
            <a:schemeClr val="accent4"/>
          </a:solidFill>
          <a:ln w="0">
            <a:noFill/>
          </a:ln>
        </p:spPr>
        <p:style>
          <a:lnRef idx="0"/>
          <a:fillRef idx="0"/>
          <a:effectRef idx="0"/>
          <a:fontRef idx="minor"/>
        </p:style>
        <p:txBody>
          <a:bodyPr lIns="38160" rIns="38160" tIns="38160" bIns="38160" anchor="ctr">
            <a:noAutofit/>
          </a:bodyPr>
          <a:p>
            <a:pPr>
              <a:lnSpc>
                <a:spcPct val="100000"/>
              </a:lnSpc>
              <a:tabLst>
                <a:tab algn="l" pos="0"/>
              </a:tabLst>
            </a:pPr>
            <a:endParaRPr b="0" lang="en-US" sz="1400" spc="-1" strike="noStrike">
              <a:solidFill>
                <a:srgbClr val="000000"/>
              </a:solidFill>
              <a:latin typeface="Arial"/>
              <a:ea typeface="DejaVu Sans"/>
            </a:endParaRPr>
          </a:p>
        </p:txBody>
      </p:sp>
      <p:sp>
        <p:nvSpPr>
          <p:cNvPr id="47" name="Google Shape;71;p13"/>
          <p:cNvSpPr/>
          <p:nvPr/>
        </p:nvSpPr>
        <p:spPr>
          <a:xfrm>
            <a:off x="3638520" y="4176360"/>
            <a:ext cx="2072160" cy="1815480"/>
          </a:xfrm>
          <a:custGeom>
            <a:avLst/>
            <a:gdLst>
              <a:gd name="textAreaLeft" fmla="*/ 0 w 2072160"/>
              <a:gd name="textAreaRight" fmla="*/ 2072880 w 2072160"/>
              <a:gd name="textAreaTop" fmla="*/ 0 h 1815480"/>
              <a:gd name="textAreaBottom" fmla="*/ 1816200 h 1815480"/>
            </a:gdLst>
            <a:ahLst/>
            <a:rect l="textAreaLeft" t="textAreaTop" r="textAreaRight" b="textAreaBottom"/>
            <a:pathLst>
              <a:path w="21184" h="21442">
                <a:moveTo>
                  <a:pt x="10587" y="21442"/>
                </a:moveTo>
                <a:lnTo>
                  <a:pt x="825" y="21442"/>
                </a:lnTo>
                <a:cubicBezTo>
                  <a:pt x="191" y="21442"/>
                  <a:pt x="-208" y="20643"/>
                  <a:pt x="114" y="20012"/>
                </a:cubicBezTo>
                <a:lnTo>
                  <a:pt x="4995" y="10242"/>
                </a:lnTo>
                <a:lnTo>
                  <a:pt x="9876" y="472"/>
                </a:lnTo>
                <a:cubicBezTo>
                  <a:pt x="10197" y="-158"/>
                  <a:pt x="10987" y="-158"/>
                  <a:pt x="11308" y="472"/>
                </a:cubicBezTo>
                <a:lnTo>
                  <a:pt x="16189" y="10242"/>
                </a:lnTo>
                <a:lnTo>
                  <a:pt x="21071" y="20012"/>
                </a:lnTo>
                <a:cubicBezTo>
                  <a:pt x="21392" y="20643"/>
                  <a:pt x="20993" y="21442"/>
                  <a:pt x="20359" y="21442"/>
                </a:cubicBezTo>
                <a:lnTo>
                  <a:pt x="10587" y="21442"/>
                </a:lnTo>
                <a:close/>
              </a:path>
            </a:pathLst>
          </a:custGeom>
          <a:solidFill>
            <a:schemeClr val="accent1"/>
          </a:solidFill>
          <a:ln w="0">
            <a:noFill/>
          </a:ln>
        </p:spPr>
        <p:style>
          <a:lnRef idx="0"/>
          <a:fillRef idx="0"/>
          <a:effectRef idx="0"/>
          <a:fontRef idx="minor"/>
        </p:style>
        <p:txBody>
          <a:bodyPr lIns="38160" rIns="38160" tIns="38160" bIns="38160" anchor="ctr">
            <a:noAutofit/>
          </a:bodyPr>
          <a:p>
            <a:pPr>
              <a:lnSpc>
                <a:spcPct val="100000"/>
              </a:lnSpc>
              <a:tabLst>
                <a:tab algn="l" pos="0"/>
              </a:tabLst>
            </a:pPr>
            <a:endParaRPr b="0" lang="en-US" sz="1400" spc="-1" strike="noStrike">
              <a:solidFill>
                <a:srgbClr val="000000"/>
              </a:solidFill>
              <a:latin typeface="Arial"/>
              <a:ea typeface="DejaVu Sans"/>
            </a:endParaRPr>
          </a:p>
        </p:txBody>
      </p:sp>
      <p:sp>
        <p:nvSpPr>
          <p:cNvPr id="48" name="Google Shape;72;p13"/>
          <p:cNvSpPr/>
          <p:nvPr/>
        </p:nvSpPr>
        <p:spPr>
          <a:xfrm>
            <a:off x="5258160" y="3467520"/>
            <a:ext cx="6628680" cy="1332360"/>
          </a:xfrm>
          <a:prstGeom prst="rect">
            <a:avLst/>
          </a:prstGeom>
          <a:noFill/>
          <a:ln w="0">
            <a:noFill/>
          </a:ln>
        </p:spPr>
        <p:style>
          <a:lnRef idx="0"/>
          <a:fillRef idx="0"/>
          <a:effectRef idx="0"/>
          <a:fontRef idx="minor"/>
        </p:style>
        <p:txBody>
          <a:bodyPr lIns="90000" rIns="90000" tIns="45000" bIns="45000" anchor="b">
            <a:noAutofit/>
          </a:bodyPr>
          <a:p>
            <a:pPr>
              <a:lnSpc>
                <a:spcPct val="90000"/>
              </a:lnSpc>
              <a:tabLst>
                <a:tab algn="l" pos="0"/>
              </a:tabLst>
            </a:pPr>
            <a:r>
              <a:rPr b="0" lang="en-US" sz="4900" spc="-1" strike="noStrike">
                <a:solidFill>
                  <a:srgbClr val="000000"/>
                </a:solidFill>
                <a:latin typeface="Calibri"/>
                <a:ea typeface="Calibri"/>
              </a:rPr>
              <a:t>Presented By: Presentor Name.</a:t>
            </a:r>
            <a:endParaRPr b="0" lang="en-US" sz="4900" spc="-1" strike="noStrike">
              <a:solidFill>
                <a:srgbClr val="ffffff"/>
              </a:solidFill>
              <a:latin typeface="Arial"/>
            </a:endParaRPr>
          </a:p>
        </p:txBody>
      </p:sp>
      <p:sp>
        <p:nvSpPr>
          <p:cNvPr id="49" name="Google Shape;73;p13"/>
          <p:cNvSpPr/>
          <p:nvPr/>
        </p:nvSpPr>
        <p:spPr>
          <a:xfrm>
            <a:off x="5029560" y="2095920"/>
            <a:ext cx="6628680" cy="1332360"/>
          </a:xfrm>
          <a:prstGeom prst="rect">
            <a:avLst/>
          </a:prstGeom>
          <a:noFill/>
          <a:ln w="0">
            <a:noFill/>
          </a:ln>
        </p:spPr>
        <p:style>
          <a:lnRef idx="0"/>
          <a:fillRef idx="0"/>
          <a:effectRef idx="0"/>
          <a:fontRef idx="minor"/>
        </p:style>
        <p:txBody>
          <a:bodyPr lIns="90000" rIns="90000" tIns="45000" bIns="45000" anchor="b">
            <a:noAutofit/>
          </a:bodyPr>
          <a:p>
            <a:pPr algn="r">
              <a:lnSpc>
                <a:spcPct val="90000"/>
              </a:lnSpc>
              <a:tabLst>
                <a:tab algn="l" pos="0"/>
              </a:tabLst>
            </a:pPr>
            <a:r>
              <a:rPr b="0" lang="en-US" sz="6000" spc="-1" strike="noStrike">
                <a:solidFill>
                  <a:srgbClr val="000000"/>
                </a:solidFill>
                <a:latin typeface="Calibri"/>
                <a:ea typeface="Calibri"/>
              </a:rPr>
              <a:t>Introduction to Islam.</a:t>
            </a:r>
            <a:endParaRPr b="0" lang="en-US" sz="6000" spc="-1" strike="noStrike">
              <a:solidFill>
                <a:srgbClr val="ffffff"/>
              </a:solidFill>
              <a:latin typeface="Aria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 name="PlaceHolder 1"/>
          <p:cNvSpPr>
            <a:spLocks noGrp="1"/>
          </p:cNvSpPr>
          <p:nvPr>
            <p:ph type="title"/>
          </p:nvPr>
        </p:nvSpPr>
        <p:spPr>
          <a:xfrm>
            <a:off x="838080" y="713520"/>
            <a:ext cx="10514520" cy="975960"/>
          </a:xfrm>
          <a:prstGeom prst="rect">
            <a:avLst/>
          </a:prstGeom>
          <a:noFill/>
          <a:ln w="0">
            <a:noFill/>
          </a:ln>
        </p:spPr>
        <p:txBody>
          <a:bodyPr lIns="0" rIns="0" tIns="0" bIns="0" anchor="ctr">
            <a:noAutofit/>
          </a:bodyPr>
          <a:p>
            <a:pPr indent="0">
              <a:lnSpc>
                <a:spcPct val="90000"/>
              </a:lnSpc>
              <a:buNone/>
              <a:tabLst>
                <a:tab algn="l" pos="0"/>
              </a:tabLst>
            </a:pPr>
            <a:r>
              <a:rPr b="0" lang="en-US" sz="4400" spc="-1" strike="noStrike">
                <a:solidFill>
                  <a:srgbClr val="000000"/>
                </a:solidFill>
                <a:latin typeface="Calibri"/>
                <a:ea typeface="Calibri"/>
              </a:rPr>
              <a:t>What is Islam?.</a:t>
            </a:r>
            <a:endParaRPr b="0" lang="en-US" sz="4400" spc="-1" strike="noStrike">
              <a:solidFill>
                <a:srgbClr val="ffffff"/>
              </a:solidFill>
              <a:latin typeface="Arial"/>
            </a:endParaRPr>
          </a:p>
        </p:txBody>
      </p:sp>
      <p:sp>
        <p:nvSpPr>
          <p:cNvPr id="51" name="PlaceHolder 2"/>
          <p:cNvSpPr>
            <a:spLocks noGrp="1"/>
          </p:cNvSpPr>
          <p:nvPr>
            <p:ph/>
          </p:nvPr>
        </p:nvSpPr>
        <p:spPr>
          <a:xfrm>
            <a:off x="914400" y="2005560"/>
            <a:ext cx="10438200" cy="4350240"/>
          </a:xfrm>
          <a:prstGeom prst="rect">
            <a:avLst/>
          </a:prstGeom>
          <a:noFill/>
          <a:ln w="0">
            <a:noFill/>
          </a:ln>
        </p:spPr>
        <p:txBody>
          <a:bodyPr lIns="0" rIns="0" tIns="0" bIns="0" anchor="t">
            <a:noAutofit/>
          </a:bodyPr>
          <a:p>
            <a:pPr indent="0">
              <a:lnSpc>
                <a:spcPct val="90000"/>
              </a:lnSpc>
              <a:spcBef>
                <a:spcPts val="2200"/>
              </a:spcBef>
              <a:buNone/>
              <a:tabLst>
                <a:tab algn="l" pos="0"/>
              </a:tabLst>
            </a:pPr>
            <a:r>
              <a:rPr b="0" lang="en-US" sz="2800" spc="-1" strike="noStrike">
                <a:solidFill>
                  <a:srgbClr val="000000"/>
                </a:solidFill>
                <a:latin typeface="Calibri"/>
                <a:ea typeface="Calibri"/>
              </a:rPr>
              <a:t>Islam is a monotheistic religion that originated in the 7th century CE in the Arabian Peninsula. It is based on the teachings of the Prophet Muhammad, who is considered the last and final messenger of God. Islam is centered around the belief in one God, known as Allah, and the adherence to the Five Pillars of Islam, which include the declaration of faith, prayer, fasting during Ramadan, giving to charity, and pilgrimage to Mecca.</a:t>
            </a:r>
            <a:endParaRPr b="0" lang="en-US" sz="2800" spc="-1" strike="noStrike">
              <a:solidFill>
                <a:srgbClr val="ffffff"/>
              </a:solidFill>
              <a:latin typeface="Arial"/>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 name="PlaceHolder 1"/>
          <p:cNvSpPr>
            <a:spLocks noGrp="1"/>
          </p:cNvSpPr>
          <p:nvPr>
            <p:ph type="title"/>
          </p:nvPr>
        </p:nvSpPr>
        <p:spPr>
          <a:xfrm>
            <a:off x="838080" y="713520"/>
            <a:ext cx="10514520" cy="975960"/>
          </a:xfrm>
          <a:prstGeom prst="rect">
            <a:avLst/>
          </a:prstGeom>
          <a:noFill/>
          <a:ln w="0">
            <a:noFill/>
          </a:ln>
        </p:spPr>
        <p:txBody>
          <a:bodyPr lIns="0" rIns="0" tIns="0" bIns="0" anchor="ctr">
            <a:noAutofit/>
          </a:bodyPr>
          <a:p>
            <a:pPr indent="0">
              <a:lnSpc>
                <a:spcPct val="90000"/>
              </a:lnSpc>
              <a:buNone/>
              <a:tabLst>
                <a:tab algn="l" pos="0"/>
              </a:tabLst>
            </a:pPr>
            <a:r>
              <a:rPr b="0" lang="en-US" sz="4400" spc="-1" strike="noStrike">
                <a:solidFill>
                  <a:srgbClr val="000000"/>
                </a:solidFill>
                <a:latin typeface="Calibri"/>
                <a:ea typeface="Calibri"/>
              </a:rPr>
              <a:t>Beliefs and Practices.</a:t>
            </a:r>
            <a:endParaRPr b="0" lang="en-US" sz="4400" spc="-1" strike="noStrike">
              <a:solidFill>
                <a:srgbClr val="ffffff"/>
              </a:solidFill>
              <a:latin typeface="Arial"/>
            </a:endParaRPr>
          </a:p>
        </p:txBody>
      </p:sp>
      <p:sp>
        <p:nvSpPr>
          <p:cNvPr id="51" name="PlaceHolder 2"/>
          <p:cNvSpPr>
            <a:spLocks noGrp="1"/>
          </p:cNvSpPr>
          <p:nvPr>
            <p:ph/>
          </p:nvPr>
        </p:nvSpPr>
        <p:spPr>
          <a:xfrm>
            <a:off x="914400" y="2005560"/>
            <a:ext cx="10438200" cy="4350240"/>
          </a:xfrm>
          <a:prstGeom prst="rect">
            <a:avLst/>
          </a:prstGeom>
          <a:noFill/>
          <a:ln w="0">
            <a:noFill/>
          </a:ln>
        </p:spPr>
        <p:txBody>
          <a:bodyPr lIns="0" rIns="0" tIns="0" bIns="0" anchor="t">
            <a:noAutofit/>
          </a:bodyPr>
          <a:p>
            <a:pPr indent="0">
              <a:lnSpc>
                <a:spcPct val="90000"/>
              </a:lnSpc>
              <a:spcBef>
                <a:spcPts val="2200"/>
              </a:spcBef>
              <a:buNone/>
              <a:tabLst>
                <a:tab algn="l" pos="0"/>
              </a:tabLst>
            </a:pPr>
            <a:r>
              <a:rPr b="0" lang="en-US" sz="2800" spc="-1" strike="noStrike">
                <a:solidFill>
                  <a:srgbClr val="000000"/>
                </a:solidFill>
                <a:latin typeface="Calibri"/>
                <a:ea typeface="Calibri"/>
              </a:rPr>
              <a:t>Beliefs and Practices are an integral part of Islam. Muslims believe in the oneness of Allah (God) and the prophethood of Muhammad. They follow the Five Pillars of Islam, which include the declaration of faith, prayer, fasting during Ramadan, giving to charity, and pilgrimage to Mecca. Muslims also believe in the concept of predestination and the Day of Judgment. Additionally, they practice daily prayers, recitation of the Quran, and adherence to Islamic moral and ethical principles.</a:t>
            </a:r>
            <a:endParaRPr b="0" lang="en-US" sz="2800" spc="-1" strike="noStrike">
              <a:solidFill>
                <a:srgbClr val="ffffff"/>
              </a:solidFill>
              <a:latin typeface="Aria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 name="PlaceHolder 1"/>
          <p:cNvSpPr>
            <a:spLocks noGrp="1"/>
          </p:cNvSpPr>
          <p:nvPr>
            <p:ph type="title"/>
          </p:nvPr>
        </p:nvSpPr>
        <p:spPr>
          <a:xfrm>
            <a:off x="838080" y="713520"/>
            <a:ext cx="10514520" cy="975960"/>
          </a:xfrm>
          <a:prstGeom prst="rect">
            <a:avLst/>
          </a:prstGeom>
          <a:noFill/>
          <a:ln w="0">
            <a:noFill/>
          </a:ln>
        </p:spPr>
        <p:txBody>
          <a:bodyPr lIns="0" rIns="0" tIns="0" bIns="0" anchor="ctr">
            <a:noAutofit/>
          </a:bodyPr>
          <a:p>
            <a:pPr indent="0">
              <a:lnSpc>
                <a:spcPct val="90000"/>
              </a:lnSpc>
              <a:buNone/>
              <a:tabLst>
                <a:tab algn="l" pos="0"/>
              </a:tabLst>
            </a:pPr>
            <a:r>
              <a:rPr b="0" lang="en-US" sz="4400" spc="-1" strike="noStrike">
                <a:solidFill>
                  <a:srgbClr val="000000"/>
                </a:solidFill>
                <a:latin typeface="Calibri"/>
                <a:ea typeface="Calibri"/>
              </a:rPr>
              <a:t>Islamic Holidays.</a:t>
            </a:r>
            <a:endParaRPr b="0" lang="en-US" sz="4400" spc="-1" strike="noStrike">
              <a:solidFill>
                <a:srgbClr val="ffffff"/>
              </a:solidFill>
              <a:latin typeface="Arial"/>
            </a:endParaRPr>
          </a:p>
        </p:txBody>
      </p:sp>
      <p:sp>
        <p:nvSpPr>
          <p:cNvPr id="51" name="PlaceHolder 2"/>
          <p:cNvSpPr>
            <a:spLocks noGrp="1"/>
          </p:cNvSpPr>
          <p:nvPr>
            <p:ph/>
          </p:nvPr>
        </p:nvSpPr>
        <p:spPr>
          <a:xfrm>
            <a:off x="914400" y="2005560"/>
            <a:ext cx="10438200" cy="4350240"/>
          </a:xfrm>
          <a:prstGeom prst="rect">
            <a:avLst/>
          </a:prstGeom>
          <a:noFill/>
          <a:ln w="0">
            <a:noFill/>
          </a:ln>
        </p:spPr>
        <p:txBody>
          <a:bodyPr lIns="0" rIns="0" tIns="0" bIns="0" anchor="t">
            <a:noAutofit/>
          </a:bodyPr>
          <a:p>
            <a:pPr indent="0">
              <a:lnSpc>
                <a:spcPct val="90000"/>
              </a:lnSpc>
              <a:spcBef>
                <a:spcPts val="2200"/>
              </a:spcBef>
              <a:buNone/>
              <a:tabLst>
                <a:tab algn="l" pos="0"/>
              </a:tabLst>
            </a:pPr>
            <a:r>
              <a:rPr b="0" lang="en-US" sz="2800" spc="-1" strike="noStrike">
                <a:solidFill>
                  <a:srgbClr val="000000"/>
                </a:solidFill>
                <a:latin typeface="Calibri"/>
                <a:ea typeface="Calibri"/>
              </a:rPr>
              <a:t>Islamic holidays are important events in the Islamic calendar. Some of the major Islamic holidays include Eid al-Fitr, which marks the end of Ramadan, the holy month of fasting; Eid al-Adha, which commemorates the willingness of Ibrahim (Abraham) to sacrifice his son as an act of obedience to God; and Mawlid al-Nabi, which celebrates the birth of the Prophet Muhammad. These holidays are marked by special prayers, feasts, and gatherings of family and friends.</a:t>
            </a:r>
            <a:endParaRPr b="0" lang="en-US" sz="2800" spc="-1" strike="noStrike">
              <a:solidFill>
                <a:srgbClr val="ffffff"/>
              </a:solidFill>
              <a:latin typeface="Aria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PlaceHolder 1"/>
          <p:cNvSpPr>
            <a:spLocks noGrp="1"/>
          </p:cNvSpPr>
          <p:nvPr>
            <p:ph type="title"/>
          </p:nvPr>
        </p:nvSpPr>
        <p:spPr>
          <a:xfrm>
            <a:off x="532440" y="3342600"/>
            <a:ext cx="2989800" cy="2851560"/>
          </a:xfrm>
          <a:prstGeom prst="rect">
            <a:avLst/>
          </a:prstGeom>
          <a:noFill/>
          <a:ln w="0">
            <a:noFill/>
          </a:ln>
        </p:spPr>
        <p:txBody>
          <a:bodyPr lIns="0" rIns="0" tIns="0" bIns="0" anchor="b">
            <a:noAutofit/>
          </a:bodyPr>
          <a:p>
            <a:pPr indent="0">
              <a:lnSpc>
                <a:spcPct val="90000"/>
              </a:lnSpc>
              <a:buNone/>
              <a:tabLst>
                <a:tab algn="l" pos="0"/>
              </a:tabLst>
            </a:pPr>
            <a:r>
              <a:rPr b="0" lang="en-US" sz="6000" spc="-1" strike="noStrike">
                <a:solidFill>
                  <a:srgbClr val="000000"/>
                </a:solidFill>
                <a:latin typeface="Calibri"/>
                <a:ea typeface="Calibri"/>
              </a:rPr>
              <a:t>Thank You!</a:t>
            </a:r>
            <a:endParaRPr b="0" lang="en-US" sz="6000" spc="-1" strike="noStrike">
              <a:solidFill>
                <a:srgbClr val="ffffff"/>
              </a:solidFill>
              <a:latin typeface="Arial"/>
            </a:endParaRPr>
          </a:p>
        </p:txBody>
      </p:sp>
      <p:sp>
        <p:nvSpPr>
          <p:cNvPr id="59" name="Google Shape;101;p16"/>
          <p:cNvSpPr/>
          <p:nvPr/>
        </p:nvSpPr>
        <p:spPr>
          <a:xfrm>
            <a:off x="1008000" y="142920"/>
            <a:ext cx="2514240" cy="2202480"/>
          </a:xfrm>
          <a:custGeom>
            <a:avLst/>
            <a:gdLst>
              <a:gd name="textAreaLeft" fmla="*/ 0 w 2514240"/>
              <a:gd name="textAreaRight" fmla="*/ 2514960 w 2514240"/>
              <a:gd name="textAreaTop" fmla="*/ 0 h 2202480"/>
              <a:gd name="textAreaBottom" fmla="*/ 2203200 h 2202480"/>
            </a:gdLst>
            <a:ahLst/>
            <a:rect l="textAreaLeft" t="textAreaTop" r="textAreaRight" b="textAreaBottom"/>
            <a:pathLst>
              <a:path w="21188" h="21442">
                <a:moveTo>
                  <a:pt x="10596" y="0"/>
                </a:moveTo>
                <a:lnTo>
                  <a:pt x="20364" y="0"/>
                </a:lnTo>
                <a:cubicBezTo>
                  <a:pt x="20998" y="0"/>
                  <a:pt x="21392" y="798"/>
                  <a:pt x="21079" y="1429"/>
                </a:cubicBezTo>
                <a:lnTo>
                  <a:pt x="16195" y="11199"/>
                </a:lnTo>
                <a:lnTo>
                  <a:pt x="11311" y="20969"/>
                </a:lnTo>
                <a:cubicBezTo>
                  <a:pt x="10990" y="21600"/>
                  <a:pt x="10202" y="21600"/>
                  <a:pt x="9881" y="20969"/>
                </a:cubicBezTo>
                <a:lnTo>
                  <a:pt x="4997" y="11199"/>
                </a:lnTo>
                <a:lnTo>
                  <a:pt x="113" y="1429"/>
                </a:lnTo>
                <a:cubicBezTo>
                  <a:pt x="-208" y="798"/>
                  <a:pt x="194" y="0"/>
                  <a:pt x="828" y="0"/>
                </a:cubicBezTo>
                <a:lnTo>
                  <a:pt x="10596" y="0"/>
                </a:lnTo>
                <a:close/>
              </a:path>
            </a:pathLst>
          </a:custGeom>
          <a:solidFill>
            <a:schemeClr val="accent2"/>
          </a:solidFill>
          <a:ln w="0">
            <a:noFill/>
          </a:ln>
        </p:spPr>
        <p:style>
          <a:lnRef idx="0"/>
          <a:fillRef idx="0"/>
          <a:effectRef idx="0"/>
          <a:fontRef idx="minor"/>
        </p:style>
        <p:txBody>
          <a:bodyPr lIns="38160" rIns="38160" tIns="38160" bIns="38160" anchor="ctr">
            <a:noAutofit/>
          </a:bodyPr>
          <a:p>
            <a:pPr>
              <a:lnSpc>
                <a:spcPct val="100000"/>
              </a:lnSpc>
              <a:tabLst>
                <a:tab algn="l" pos="0"/>
              </a:tabLst>
            </a:pPr>
            <a:endParaRPr b="0" lang="en-US" sz="1400" spc="-1" strike="noStrike">
              <a:solidFill>
                <a:srgbClr val="000000"/>
              </a:solidFill>
              <a:latin typeface="Arial"/>
              <a:ea typeface="DejaVu Sans"/>
            </a:endParaRPr>
          </a:p>
        </p:txBody>
      </p:sp>
      <p:sp>
        <p:nvSpPr>
          <p:cNvPr id="60" name="Google Shape;102;p16"/>
          <p:cNvSpPr/>
          <p:nvPr/>
        </p:nvSpPr>
        <p:spPr>
          <a:xfrm>
            <a:off x="2495520" y="238320"/>
            <a:ext cx="2514240" cy="2202480"/>
          </a:xfrm>
          <a:custGeom>
            <a:avLst/>
            <a:gdLst>
              <a:gd name="textAreaLeft" fmla="*/ 0 w 2514240"/>
              <a:gd name="textAreaRight" fmla="*/ 2514960 w 2514240"/>
              <a:gd name="textAreaTop" fmla="*/ 0 h 2202480"/>
              <a:gd name="textAreaBottom" fmla="*/ 2203200 h 2202480"/>
            </a:gdLst>
            <a:ahLst/>
            <a:rect l="textAreaLeft" t="textAreaTop" r="textAreaRight" b="textAreaBottom"/>
            <a:pathLst>
              <a:path w="21188" h="21442">
                <a:moveTo>
                  <a:pt x="10593" y="21442"/>
                </a:moveTo>
                <a:lnTo>
                  <a:pt x="825" y="21442"/>
                </a:lnTo>
                <a:cubicBezTo>
                  <a:pt x="191" y="21442"/>
                  <a:pt x="-203" y="20644"/>
                  <a:pt x="110" y="20013"/>
                </a:cubicBezTo>
                <a:lnTo>
                  <a:pt x="4994" y="10243"/>
                </a:lnTo>
                <a:lnTo>
                  <a:pt x="9878" y="473"/>
                </a:lnTo>
                <a:cubicBezTo>
                  <a:pt x="10199" y="-158"/>
                  <a:pt x="10987" y="-158"/>
                  <a:pt x="11308" y="473"/>
                </a:cubicBezTo>
                <a:lnTo>
                  <a:pt x="16192" y="10243"/>
                </a:lnTo>
                <a:lnTo>
                  <a:pt x="21076" y="20013"/>
                </a:lnTo>
                <a:cubicBezTo>
                  <a:pt x="21397" y="20644"/>
                  <a:pt x="20995" y="21442"/>
                  <a:pt x="20361" y="21442"/>
                </a:cubicBezTo>
                <a:lnTo>
                  <a:pt x="10593" y="21442"/>
                </a:lnTo>
                <a:close/>
              </a:path>
            </a:pathLst>
          </a:custGeom>
          <a:solidFill>
            <a:schemeClr val="accent1"/>
          </a:solidFill>
          <a:ln w="0">
            <a:noFill/>
          </a:ln>
        </p:spPr>
        <p:style>
          <a:lnRef idx="0"/>
          <a:fillRef idx="0"/>
          <a:effectRef idx="0"/>
          <a:fontRef idx="minor"/>
        </p:style>
        <p:txBody>
          <a:bodyPr lIns="38160" rIns="38160" tIns="38160" bIns="38160" anchor="ctr">
            <a:noAutofit/>
          </a:bodyPr>
          <a:p>
            <a:pPr>
              <a:lnSpc>
                <a:spcPct val="100000"/>
              </a:lnSpc>
              <a:tabLst>
                <a:tab algn="l" pos="0"/>
              </a:tabLst>
            </a:pPr>
            <a:endParaRPr b="0" lang="en-US" sz="1400" spc="-1" strike="noStrike">
              <a:solidFill>
                <a:srgbClr val="000000"/>
              </a:solidFill>
              <a:latin typeface="Arial"/>
              <a:ea typeface="DejaVu Sans"/>
            </a:endParaRPr>
          </a:p>
        </p:txBody>
      </p:sp>
      <p:sp>
        <p:nvSpPr>
          <p:cNvPr id="61" name="PlaceHolder 2"/>
          <p:cNvSpPr>
            <a:spLocks noGrp="1"/>
          </p:cNvSpPr>
          <p:nvPr>
            <p:ph type="title"/>
          </p:nvPr>
        </p:nvSpPr>
        <p:spPr>
          <a:xfrm>
            <a:off x="5257800" y="2095920"/>
            <a:ext cx="6628680" cy="1332360"/>
          </a:xfrm>
          <a:prstGeom prst="rect">
            <a:avLst/>
          </a:prstGeom>
          <a:noFill/>
          <a:ln w="0">
            <a:noFill/>
          </a:ln>
        </p:spPr>
        <p:txBody>
          <a:bodyPr lIns="0" rIns="0" tIns="0" bIns="0" anchor="b">
            <a:noAutofit/>
          </a:bodyPr>
          <a:p>
            <a:pPr indent="0" algn="ctr">
              <a:lnSpc>
                <a:spcPct val="90000"/>
              </a:lnSpc>
              <a:buNone/>
              <a:tabLst>
                <a:tab algn="l" pos="0"/>
              </a:tabLst>
            </a:pPr>
            <a:r>
              <a:rPr b="0" lang="en-US" sz="6000" spc="-1" strike="noStrike">
                <a:solidFill>
                  <a:srgbClr val="000000"/>
                </a:solidFill>
                <a:latin typeface="Calibri"/>
                <a:ea typeface="Calibri"/>
              </a:rPr>
              <a:t>Any Questions?</a:t>
            </a:r>
            <a:endParaRPr b="0" lang="en-US" sz="6000" spc="-1" strike="noStrike">
              <a:solidFill>
                <a:srgbClr val="ffffff"/>
              </a:solidFill>
              <a:latin typeface="Arial"/>
            </a:endParaRP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LibreOffice/7.5.5.2$Linux_X86_64 LibreOffice_project/50$Build-2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2023-09-01T00:30:56Z</dcterms:modified>
  <cp:revision>2</cp:revision>
  <dc:subject/>
  <dc:title/>
</cp:coreProperties>
</file>

<file path=docProps/custom.xml><?xml version="1.0" encoding="utf-8"?>
<Properties xmlns="http://schemas.openxmlformats.org/officeDocument/2006/custom-properties" xmlns:vt="http://schemas.openxmlformats.org/officeDocument/2006/docPropsVTypes"/>
</file>