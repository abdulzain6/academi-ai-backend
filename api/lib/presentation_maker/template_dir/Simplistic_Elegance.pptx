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xml"/>
  <Override PartName="/ppt/presentation.xml" ContentType="application/vnd.openxmlformats-officedocument.presentationml.presentation.main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Layouts/_rels/slideLayout34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70.xml.rels" ContentType="application/vnd.openxmlformats-package.relationships+xml"/>
  <Override PartName="/ppt/slideLayouts/slideLayout56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20/02/relationships/classificationlabels" Target="/docMetadata/LabelInfo.xml"/><Relationship Id="rId5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PlaceHolder 4"/>
          <p:cNvSpPr>
            <a:spLocks noGrp="1"/>
          </p:cNvSpPr>
          <p:nvPr>
            <p:ph type="dt" idx="1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PlaceHolder 5"/>
          <p:cNvSpPr>
            <a:spLocks noGrp="1"/>
          </p:cNvSpPr>
          <p:nvPr>
            <p:ph type="ftr" idx="1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PlaceHolder 6"/>
          <p:cNvSpPr>
            <a:spLocks noGrp="1"/>
          </p:cNvSpPr>
          <p:nvPr>
            <p:ph type="sldNum" idx="1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7A41E4E4-AF47-46E0-9170-B8F59450DD8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4000DD6-F851-4768-83A7-41CC0A4430E9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72748C-1E5C-4D3C-B928-5141E4B02F6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A91F6F-909F-4A4D-8720-E8B1CBC8C65E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0D7062-6F57-4468-A720-618BCE24B9F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73C0FA-333D-41B1-919E-B8598A991B44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90DC37-55AF-4CB1-8D69-864089910E2B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A17A9A-FAD8-48F7-8AEC-8C645ABE5843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12D62E-7127-444C-8837-180E04F9551D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6C6326-A8EA-4292-AAE3-7F5F86EF70E3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C9215BA-D721-431C-BB2D-88D918F82DB0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003699-B47C-49E3-AB33-597C9685A992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C25C82-BA46-4E36-A2E1-038379BF22D0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ADBD7B-55C5-4714-8C33-BF64633681A6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DF3668-4324-4584-A3CC-5476721647CB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758AAE-305C-4C31-8573-CFCEC0724527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93F929F-C417-48AE-85E4-3BD2DDDCA028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51CAB1-F5E8-435C-A19A-CD7FBC226895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D72D32-5CD4-42E5-9FB7-351C870C0C23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71CBF0F-DD76-4720-B6C5-F404EF2C080B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9266D244-43E9-44C9-95A2-7043710EFE26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634CF3C-7ECB-42F5-B389-C3ABFB0EB845}" type="slidenum">
              <a:t>&lt;#&gt;</a:t>
            </a:fld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02EBB008-CE5F-498A-BB8F-DD01548A63FC}" type="slidenum">
              <a:t>&lt;#&gt;</a:t>
            </a:fld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6F9FE46C-B350-4DB3-88B7-65BCA58DAB02}" type="slidenum">
              <a:t>&lt;#&gt;</a:t>
            </a:fld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EDCC319-9B2D-44B9-8AE6-6AED5A6F8AF1}" type="slidenum">
              <a:t>&lt;#&gt;</a:t>
            </a:fld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FCD1752-CCCB-4BF5-9294-E367E6C4D1B8}" type="slidenum">
              <a:t>&lt;#&gt;</a:t>
            </a:fld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5F183DA-0645-4D04-BDD9-649EB4556718}" type="slidenum">
              <a:t>&lt;#&gt;</a:t>
            </a:fld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B263E6A-D0E1-4454-BA89-DB32C6B9A495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E71DDEA5-5166-4639-8D6D-2CDC108FD455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2C0B31FA-4DD4-446D-98FD-8D7CA46D952F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6601223-57C7-483B-B20F-50F4C134A99B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43FCA53-4DC4-4253-B53E-C00899F3C73C}" type="slidenum">
              <a:t>&lt;#&gt;</a:t>
            </a:fld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627CE73-44FC-4598-9F12-B1162E1DDF72}" type="slidenum">
              <a:t>&lt;#&gt;</a:t>
            </a:fld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27DAB6C-1217-42CA-8F98-B59614DA6510}" type="slidenum">
              <a:t>&lt;#&gt;</a:t>
            </a:fld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24D7324-9C65-480E-9712-A9F58CBCD31F}" type="slidenum">
              <a:t>&lt;#&gt;</a:t>
            </a:fld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C703938-DD33-43B2-9CEF-006934269F95}" type="slidenum">
              <a:t>&lt;#&gt;</a:t>
            </a:fld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D51467C-63E1-4E43-AFE5-CE2A55C705EB}" type="slidenum">
              <a:t>&lt;#&gt;</a:t>
            </a:fld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0AB0F20-5CAE-434C-B393-A4F7DE511199}" type="slidenum">
              <a:t>&lt;#&gt;</a:t>
            </a:fld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9FE17C5-DCF8-4AAB-A127-96FFC6D0FDA4}" type="slidenum">
              <a:t>&lt;#&gt;</a:t>
            </a:fld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32A3FB4-C21A-4581-8305-02762580D464}" type="slidenum">
              <a:t>&lt;#&gt;</a:t>
            </a:fld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DDBED6D-5038-4EA8-A689-609A0C67BDF0}" type="slidenum">
              <a:t>&lt;#&gt;</a:t>
            </a:fld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A76BB32-19EB-4CA4-BE39-9E80FB06C5F1}" type="slidenum">
              <a:t>&lt;#&gt;</a:t>
            </a:fld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B6669A0-6999-4BFD-B724-58AF7F06AFB8}" type="slidenum">
              <a:t>&lt;#&gt;</a:t>
            </a:fld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A95EF4C-CF9E-4903-9714-39FB655186C7}" type="slidenum">
              <a:t>&lt;#&gt;</a:t>
            </a:fld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92855DE-5B10-4BBB-A6F4-449E49DD5ED9}" type="slidenum">
              <a:t>&lt;#&gt;</a:t>
            </a:fld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569E87F-F968-4971-AFF5-17419F746DC7}" type="slidenum">
              <a:t>&lt;#&gt;</a:t>
            </a:fld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EE412A0-F176-4C88-AC54-6F778E360275}" type="slidenum">
              <a:t>&lt;#&gt;</a:t>
            </a:fld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4E48ED9-729D-49A9-B7EC-B3135FA4E5E3}" type="slidenum">
              <a:t>&lt;#&gt;</a:t>
            </a:fld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CFB3A78-A969-437F-A4A1-78F38C075434}" type="slidenum">
              <a:t>&lt;#&gt;</a:t>
            </a:fld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F77169B-E734-4746-A9FB-C67F359F4299}" type="slidenum">
              <a:t>&lt;#&gt;</a:t>
            </a:fld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EC4197E-108E-43F4-8D56-B4A350619572}" type="slidenum">
              <a:t>&lt;#&gt;</a:t>
            </a:fld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2655148-07FD-48AA-A29B-90C3862C555F}" type="slidenum">
              <a:t>&lt;#&gt;</a:t>
            </a:fld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8490EA5-208E-47D9-BB60-D020F8107135}" type="slidenum">
              <a:t>&lt;#&gt;</a:t>
            </a:fld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FD708A3-11A0-4D97-BA9E-3B144CEB3466}" type="slidenum">
              <a:t>&lt;#&gt;</a:t>
            </a:fld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C3500E3-C6B4-4D34-B0A8-50A87BF88214}" type="slidenum">
              <a:t>&lt;#&gt;</a:t>
            </a:fld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92F515E-7FD6-4550-A62B-81B371FF9944}" type="slidenum">
              <a:t>&lt;#&gt;</a:t>
            </a:fld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A935AA2A-7013-49A1-985C-3469BC4F40E1}" type="slidenum">
              <a:t>&lt;#&gt;</a:t>
            </a:fld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3EC52871-F14C-422E-AB14-6A2809510AF0}" type="slidenum">
              <a:t>&lt;#&gt;</a:t>
            </a:fld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C6688ABA-6E15-44A3-B3EC-53FFB95A296F}" type="slidenum">
              <a:t>&lt;#&gt;</a:t>
            </a:fld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875FC49A-8D8B-444E-9061-4DB6AAE0DAC8}" type="slidenum">
              <a:t>&lt;#&gt;</a:t>
            </a:fld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A41300B0-E3C6-4C13-AD23-E8A8612550A6}" type="slidenum">
              <a:t>&lt;#&gt;</a:t>
            </a:fld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6103B630-B180-49BB-8A0A-4EC7C1AB00CC}" type="slidenum">
              <a:t>&lt;#&gt;</a:t>
            </a:fld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7FD21F0B-44D8-420B-A3F8-B370F2AFFFCF}" type="slidenum">
              <a:t>&lt;#&gt;</a:t>
            </a:fld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0149B716-F717-433D-B4CE-6DF2A86463FF}" type="slidenum">
              <a:t>&lt;#&gt;</a:t>
            </a:fld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EBF4277D-62D9-482F-8CD7-EE4A0E3D82B7}" type="slidenum">
              <a:t>&lt;#&gt;</a:t>
            </a:fld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14C777C0-D127-46D1-8673-4371898783D7}" type="slidenum">
              <a:t>&lt;#&gt;</a:t>
            </a:fld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44A48DDB-DF20-4804-BBFF-7FE02D7874A5}" type="slidenum">
              <a:t>&lt;#&gt;</a:t>
            </a:fld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958CC053-8996-4D02-9556-EF9DFF0E4056}" type="slidenum">
              <a:t>&lt;#&gt;</a:t>
            </a:fld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49.xml"/><Relationship Id="rId4" Type="http://schemas.openxmlformats.org/officeDocument/2006/relationships/slideLayout" Target="../slideLayouts/slideLayout50.xml"/><Relationship Id="rId5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58.xml"/><Relationship Id="rId13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61.xml"/><Relationship Id="rId4" Type="http://schemas.openxmlformats.org/officeDocument/2006/relationships/slideLayout" Target="../slideLayouts/slideLayout62.xml"/><Relationship Id="rId5" Type="http://schemas.openxmlformats.org/officeDocument/2006/relationships/slideLayout" Target="../slideLayouts/slideLayout63.xml"/><Relationship Id="rId6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5.xml"/><Relationship Id="rId8" Type="http://schemas.openxmlformats.org/officeDocument/2006/relationships/slideLayout" Target="../slideLayouts/slideLayout66.xml"/><Relationship Id="rId9" Type="http://schemas.openxmlformats.org/officeDocument/2006/relationships/slideLayout" Target="../slideLayouts/slideLayout67.xml"/><Relationship Id="rId10" Type="http://schemas.openxmlformats.org/officeDocument/2006/relationships/slideLayout" Target="../slideLayouts/slideLayout68.xml"/><Relationship Id="rId11" Type="http://schemas.openxmlformats.org/officeDocument/2006/relationships/slideLayout" Target="../slideLayouts/slideLayout69.xml"/><Relationship Id="rId12" Type="http://schemas.openxmlformats.org/officeDocument/2006/relationships/slideLayout" Target="../slideLayouts/slideLayout70.xml"/><Relationship Id="rId13" Type="http://schemas.openxmlformats.org/officeDocument/2006/relationships/slideLayout" Target="../slideLayouts/slideLayout71.xml"/><Relationship Id="rId14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75.xml"/><Relationship Id="rId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78.xml"/><Relationship Id="rId9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80.xml"/><Relationship Id="rId11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2.xml"/><Relationship Id="rId13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Freeform 5"/>
          <p:cNvSpPr/>
          <p:nvPr/>
        </p:nvSpPr>
        <p:spPr>
          <a:xfrm>
            <a:off x="9729360" y="5801760"/>
            <a:ext cx="2114640" cy="1055520"/>
          </a:xfrm>
          <a:custGeom>
            <a:avLst/>
            <a:gdLst>
              <a:gd name="textAreaLeft" fmla="*/ 0 w 2114640"/>
              <a:gd name="textAreaRight" fmla="*/ 2115360 w 2114640"/>
              <a:gd name="textAreaTop" fmla="*/ 0 h 1055520"/>
              <a:gd name="textAreaBottom" fmla="*/ 1056240 h 1055520"/>
            </a:gdLst>
            <a:ahLst/>
            <a:rect l="textAreaLeft" t="textAreaTop" r="textAreaRight" b="textAreaBottom"/>
            <a:pathLst>
              <a:path w="2115210" h="1056278">
                <a:moveTo>
                  <a:pt x="1057605" y="0"/>
                </a:moveTo>
                <a:cubicBezTo>
                  <a:pt x="1605234" y="0"/>
                  <a:pt x="2055657" y="416196"/>
                  <a:pt x="2109820" y="949535"/>
                </a:cubicBezTo>
                <a:lnTo>
                  <a:pt x="2115210" y="1056278"/>
                </a:lnTo>
                <a:lnTo>
                  <a:pt x="0" y="1056278"/>
                </a:lnTo>
                <a:lnTo>
                  <a:pt x="5390" y="949535"/>
                </a:lnTo>
                <a:cubicBezTo>
                  <a:pt x="59553" y="416196"/>
                  <a:pt x="509976" y="0"/>
                  <a:pt x="105760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pic>
        <p:nvPicPr>
          <p:cNvPr id="1" name="Object 1" descr=""/>
          <p:cNvPicPr/>
          <p:nvPr/>
        </p:nvPicPr>
        <p:blipFill>
          <a:blip r:embed="rId2"/>
          <a:stretch/>
        </p:blipFill>
        <p:spPr>
          <a:xfrm>
            <a:off x="9999720" y="0"/>
            <a:ext cx="1573920" cy="395388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raphic 9"/>
          <p:cNvSpPr/>
          <p:nvPr/>
        </p:nvSpPr>
        <p:spPr>
          <a:xfrm>
            <a:off x="8077320" y="0"/>
            <a:ext cx="4114080" cy="5712120"/>
          </a:xfrm>
          <a:custGeom>
            <a:avLst/>
            <a:gdLst>
              <a:gd name="textAreaLeft" fmla="*/ 0 w 4114080"/>
              <a:gd name="textAreaRight" fmla="*/ 4114800 w 4114080"/>
              <a:gd name="textAreaTop" fmla="*/ 0 h 5712120"/>
              <a:gd name="textAreaBottom" fmla="*/ 5712840 h 5712120"/>
            </a:gdLst>
            <a:ahLst/>
            <a:rect l="textAreaLeft" t="textAreaTop" r="textAreaRight" b="textAreaBottom"/>
            <a:pathLst>
              <a:path w="4114800" h="5712824">
                <a:moveTo>
                  <a:pt x="0" y="0"/>
                </a:moveTo>
                <a:lnTo>
                  <a:pt x="4114800" y="0"/>
                </a:lnTo>
                <a:lnTo>
                  <a:pt x="4114800" y="5712824"/>
                </a:lnTo>
                <a:lnTo>
                  <a:pt x="0" y="5712824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" name="Oval 11"/>
          <p:cNvSpPr/>
          <p:nvPr/>
        </p:nvSpPr>
        <p:spPr>
          <a:xfrm>
            <a:off x="7445520" y="944280"/>
            <a:ext cx="1290240" cy="1290240"/>
          </a:xfrm>
          <a:prstGeom prst="ellipse">
            <a:avLst/>
          </a:prstGeom>
          <a:solidFill>
            <a:schemeClr val="accent2"/>
          </a:solidFill>
          <a:ln>
            <a:solidFill>
              <a:srgbClr val="bc53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ftr" idx="1"/>
          </p:nvPr>
        </p:nvSpPr>
        <p:spPr>
          <a:xfrm>
            <a:off x="811080" y="6356520"/>
            <a:ext cx="441072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200" spc="46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46" strike="noStrike">
                <a:solidFill>
                  <a:srgbClr val="ffffff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ldNum" idx="2"/>
          </p:nvPr>
        </p:nvSpPr>
        <p:spPr>
          <a:xfrm>
            <a:off x="8637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200" spc="46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41F75F-F620-49AB-8DB8-9925A6CA743B}" type="slidenum">
              <a:rPr b="1" lang="en-US" sz="1200" spc="46" strike="noStrike">
                <a:solidFill>
                  <a:srgbClr val="ffffff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raphic 3"/>
          <p:cNvSpPr/>
          <p:nvPr/>
        </p:nvSpPr>
        <p:spPr>
          <a:xfrm>
            <a:off x="0" y="4775040"/>
            <a:ext cx="6607440" cy="2082240"/>
          </a:xfrm>
          <a:custGeom>
            <a:avLst/>
            <a:gdLst>
              <a:gd name="textAreaLeft" fmla="*/ 0 w 6607440"/>
              <a:gd name="textAreaRight" fmla="*/ 6608160 w 6607440"/>
              <a:gd name="textAreaTop" fmla="*/ 0 h 2082240"/>
              <a:gd name="textAreaBottom" fmla="*/ 2082960 h 2082240"/>
            </a:gdLst>
            <a:ahLst/>
            <a:rect l="textAreaLeft" t="textAreaTop" r="textAreaRight" b="textAreaBottom"/>
            <a:pathLst>
              <a:path w="6608233" h="2082800">
                <a:moveTo>
                  <a:pt x="0" y="0"/>
                </a:moveTo>
                <a:lnTo>
                  <a:pt x="6608233" y="0"/>
                </a:lnTo>
                <a:lnTo>
                  <a:pt x="6608233" y="2082800"/>
                </a:lnTo>
                <a:lnTo>
                  <a:pt x="0" y="208280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" name="Freeform 4"/>
          <p:cNvSpPr/>
          <p:nvPr/>
        </p:nvSpPr>
        <p:spPr>
          <a:xfrm>
            <a:off x="9249480" y="1747800"/>
            <a:ext cx="2691720" cy="2691720"/>
          </a:xfrm>
          <a:custGeom>
            <a:avLst/>
            <a:gdLst>
              <a:gd name="textAreaLeft" fmla="*/ 0 w 2691720"/>
              <a:gd name="textAreaRight" fmla="*/ 2692440 w 2691720"/>
              <a:gd name="textAreaTop" fmla="*/ 0 h 2691720"/>
              <a:gd name="textAreaBottom" fmla="*/ 2692440 h 2691720"/>
            </a:gdLst>
            <a:ahLst/>
            <a:rect l="textAreaLeft" t="textAreaTop" r="textAreaRight" b="textAreaBottom"/>
            <a:pathLst>
              <a:path w="2692400" h="2692400">
                <a:moveTo>
                  <a:pt x="1346200" y="0"/>
                </a:moveTo>
                <a:cubicBezTo>
                  <a:pt x="2089686" y="0"/>
                  <a:pt x="2692400" y="602714"/>
                  <a:pt x="2692400" y="1346200"/>
                </a:cubicBezTo>
                <a:cubicBezTo>
                  <a:pt x="2692400" y="2089686"/>
                  <a:pt x="208968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  <a:moveTo>
                  <a:pt x="1346199" y="457130"/>
                </a:move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837218" y="2235268"/>
                  <a:pt x="2235268" y="1837218"/>
                  <a:pt x="2235268" y="1346199"/>
                </a:cubicBezTo>
                <a:cubicBezTo>
                  <a:pt x="2235268" y="855180"/>
                  <a:pt x="1837218" y="457130"/>
                  <a:pt x="1346199" y="457130"/>
                </a:cubicBezTo>
                <a:close/>
              </a:path>
            </a:pathLst>
          </a:custGeom>
          <a:solidFill>
            <a:srgbClr val="d5de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84" name="Oval 5"/>
          <p:cNvSpPr/>
          <p:nvPr/>
        </p:nvSpPr>
        <p:spPr>
          <a:xfrm>
            <a:off x="8793000" y="361080"/>
            <a:ext cx="2114640" cy="2114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85" name="PlaceHolder 1"/>
          <p:cNvSpPr>
            <a:spLocks noGrp="1"/>
          </p:cNvSpPr>
          <p:nvPr>
            <p:ph type="ftr" idx="3"/>
          </p:nvPr>
        </p:nvSpPr>
        <p:spPr>
          <a:xfrm>
            <a:off x="811080" y="6356520"/>
            <a:ext cx="441072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200" spc="46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46" strike="noStrike">
                <a:solidFill>
                  <a:srgbClr val="ffffff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ldNum" idx="4"/>
          </p:nvPr>
        </p:nvSpPr>
        <p:spPr>
          <a:xfrm>
            <a:off x="8637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200" spc="46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3B238B-10F2-4536-A74A-9D1D81CB8730}" type="slidenum">
              <a:rPr b="1" lang="en-US" sz="1200" spc="46" strike="noStrike">
                <a:solidFill>
                  <a:srgbClr val="ffffff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Object 1" descr=""/>
          <p:cNvPicPr/>
          <p:nvPr/>
        </p:nvPicPr>
        <p:blipFill>
          <a:blip r:embed="rId2"/>
          <a:stretch/>
        </p:blipFill>
        <p:spPr>
          <a:xfrm>
            <a:off x="9385920" y="0"/>
            <a:ext cx="1573920" cy="3953880"/>
          </a:xfrm>
          <a:prstGeom prst="rect">
            <a:avLst/>
          </a:prstGeom>
          <a:ln w="0">
            <a:noFill/>
          </a:ln>
        </p:spPr>
      </p:pic>
      <p:sp>
        <p:nvSpPr>
          <p:cNvPr id="126" name="Oval 2"/>
          <p:cNvSpPr/>
          <p:nvPr/>
        </p:nvSpPr>
        <p:spPr>
          <a:xfrm>
            <a:off x="9115560" y="4241160"/>
            <a:ext cx="2114640" cy="211464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ftr" idx="5"/>
          </p:nvPr>
        </p:nvSpPr>
        <p:spPr>
          <a:xfrm>
            <a:off x="811080" y="6356520"/>
            <a:ext cx="441072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200" spc="46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46" strike="noStrike">
                <a:solidFill>
                  <a:srgbClr val="ffffff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sldNum" idx="6"/>
          </p:nvPr>
        </p:nvSpPr>
        <p:spPr>
          <a:xfrm>
            <a:off x="8637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200" spc="46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28B747-7E2F-4367-BC53-2E96691BCAA8}" type="slidenum">
              <a:rPr b="1" lang="en-US" sz="1200" spc="46" strike="noStrike">
                <a:solidFill>
                  <a:srgbClr val="ffffff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" name="Group 2"/>
          <p:cNvGrpSpPr/>
          <p:nvPr/>
        </p:nvGrpSpPr>
        <p:grpSpPr>
          <a:xfrm>
            <a:off x="742320" y="360"/>
            <a:ext cx="2133360" cy="2133360"/>
            <a:chOff x="742320" y="360"/>
            <a:chExt cx="2133360" cy="2133360"/>
          </a:xfrm>
        </p:grpSpPr>
        <p:sp>
          <p:nvSpPr>
            <p:cNvPr id="168" name="Freeform 4"/>
            <p:cNvSpPr/>
            <p:nvPr/>
          </p:nvSpPr>
          <p:spPr>
            <a:xfrm rot="10800000">
              <a:off x="743040" y="0"/>
              <a:ext cx="2131920" cy="1053360"/>
            </a:xfrm>
            <a:custGeom>
              <a:avLst/>
              <a:gdLst>
                <a:gd name="textAreaLeft" fmla="*/ 0 w 2131920"/>
                <a:gd name="textAreaRight" fmla="*/ 2132640 w 2131920"/>
                <a:gd name="textAreaTop" fmla="*/ 0 h 1053360"/>
                <a:gd name="textAreaBottom" fmla="*/ 1054080 h 1053360"/>
              </a:gdLst>
              <a:ahLst/>
              <a:rect l="textAreaLeft" t="textAreaTop" r="textAreaRight" b="textAreaBottom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69" name="Freeform 5"/>
            <p:cNvSpPr/>
            <p:nvPr/>
          </p:nvSpPr>
          <p:spPr>
            <a:xfrm rot="10800000">
              <a:off x="742320" y="1054440"/>
              <a:ext cx="2133360" cy="1078920"/>
            </a:xfrm>
            <a:custGeom>
              <a:avLst/>
              <a:gdLst>
                <a:gd name="textAreaLeft" fmla="*/ 0 w 2133360"/>
                <a:gd name="textAreaRight" fmla="*/ 2134080 w 2133360"/>
                <a:gd name="textAreaTop" fmla="*/ 0 h 1078920"/>
                <a:gd name="textAreaBottom" fmla="*/ 1079640 h 1078920"/>
              </a:gdLst>
              <a:ahLst/>
              <a:rect l="textAreaLeft" t="textAreaTop" r="textAreaRight" b="textAreaBottom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170" name="Graphic 8"/>
          <p:cNvSpPr/>
          <p:nvPr/>
        </p:nvSpPr>
        <p:spPr>
          <a:xfrm flipH="1" flipV="1">
            <a:off x="-720" y="3625920"/>
            <a:ext cx="4473720" cy="3230640"/>
          </a:xfrm>
          <a:custGeom>
            <a:avLst/>
            <a:gdLst>
              <a:gd name="textAreaLeft" fmla="*/ 360 w 4473720"/>
              <a:gd name="textAreaRight" fmla="*/ 4474800 w 4473720"/>
              <a:gd name="textAreaTop" fmla="*/ -360 h 3230640"/>
              <a:gd name="textAreaBottom" fmla="*/ 3231000 h 3230640"/>
            </a:gdLst>
            <a:ahLst/>
            <a:rect l="textAreaLeft" t="textAreaTop" r="textAreaRight" b="textAreaBottom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" name="PlaceHolder 1"/>
          <p:cNvSpPr>
            <a:spLocks noGrp="1"/>
          </p:cNvSpPr>
          <p:nvPr>
            <p:ph type="ftr" idx="7"/>
          </p:nvPr>
        </p:nvSpPr>
        <p:spPr>
          <a:xfrm>
            <a:off x="811080" y="6356520"/>
            <a:ext cx="441072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200" spc="46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46" strike="noStrike">
                <a:solidFill>
                  <a:srgbClr val="ffffff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sldNum" idx="8"/>
          </p:nvPr>
        </p:nvSpPr>
        <p:spPr>
          <a:xfrm>
            <a:off x="8637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200" spc="46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A3AF08-5E83-4C94-B77A-5FADA94428B9}" type="slidenum">
              <a:rPr b="1" lang="en-US" sz="1200" spc="46" strike="noStrike">
                <a:solidFill>
                  <a:srgbClr val="ffffff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1" name="Group 2"/>
          <p:cNvGrpSpPr/>
          <p:nvPr/>
        </p:nvGrpSpPr>
        <p:grpSpPr>
          <a:xfrm>
            <a:off x="742320" y="360"/>
            <a:ext cx="2133360" cy="2133360"/>
            <a:chOff x="742320" y="360"/>
            <a:chExt cx="2133360" cy="2133360"/>
          </a:xfrm>
        </p:grpSpPr>
        <p:sp>
          <p:nvSpPr>
            <p:cNvPr id="212" name="Freeform 4"/>
            <p:cNvSpPr/>
            <p:nvPr/>
          </p:nvSpPr>
          <p:spPr>
            <a:xfrm rot="10800000">
              <a:off x="743040" y="0"/>
              <a:ext cx="2131920" cy="1053360"/>
            </a:xfrm>
            <a:custGeom>
              <a:avLst/>
              <a:gdLst>
                <a:gd name="textAreaLeft" fmla="*/ 0 w 2131920"/>
                <a:gd name="textAreaRight" fmla="*/ 2132640 w 2131920"/>
                <a:gd name="textAreaTop" fmla="*/ 0 h 1053360"/>
                <a:gd name="textAreaBottom" fmla="*/ 1054080 h 1053360"/>
              </a:gdLst>
              <a:ahLst/>
              <a:rect l="textAreaLeft" t="textAreaTop" r="textAreaRight" b="textAreaBottom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213" name="Freeform 5"/>
            <p:cNvSpPr/>
            <p:nvPr/>
          </p:nvSpPr>
          <p:spPr>
            <a:xfrm rot="10800000">
              <a:off x="742320" y="1054440"/>
              <a:ext cx="2133360" cy="1078920"/>
            </a:xfrm>
            <a:custGeom>
              <a:avLst/>
              <a:gdLst>
                <a:gd name="textAreaLeft" fmla="*/ 0 w 2133360"/>
                <a:gd name="textAreaRight" fmla="*/ 2134080 w 2133360"/>
                <a:gd name="textAreaTop" fmla="*/ 0 h 1078920"/>
                <a:gd name="textAreaBottom" fmla="*/ 1079640 h 1078920"/>
              </a:gdLst>
              <a:ahLst/>
              <a:rect l="textAreaLeft" t="textAreaTop" r="textAreaRight" b="textAreaBottom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14" name="Graphic 8"/>
          <p:cNvSpPr/>
          <p:nvPr/>
        </p:nvSpPr>
        <p:spPr>
          <a:xfrm flipH="1" flipV="1">
            <a:off x="-720" y="3625920"/>
            <a:ext cx="4473720" cy="3230640"/>
          </a:xfrm>
          <a:custGeom>
            <a:avLst/>
            <a:gdLst>
              <a:gd name="textAreaLeft" fmla="*/ 360 w 4473720"/>
              <a:gd name="textAreaRight" fmla="*/ 4474800 w 4473720"/>
              <a:gd name="textAreaTop" fmla="*/ -360 h 3230640"/>
              <a:gd name="textAreaBottom" fmla="*/ 3231000 h 3230640"/>
            </a:gdLst>
            <a:ahLst/>
            <a:rect l="textAreaLeft" t="textAreaTop" r="textAreaRight" b="textAreaBottom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" name="PlaceHolder 1"/>
          <p:cNvSpPr>
            <a:spLocks noGrp="1"/>
          </p:cNvSpPr>
          <p:nvPr>
            <p:ph type="ftr" idx="9"/>
          </p:nvPr>
        </p:nvSpPr>
        <p:spPr>
          <a:xfrm>
            <a:off x="811080" y="6356520"/>
            <a:ext cx="441072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200" spc="46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46" strike="noStrike">
                <a:solidFill>
                  <a:srgbClr val="ffffff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 type="sldNum" idx="10"/>
          </p:nvPr>
        </p:nvSpPr>
        <p:spPr>
          <a:xfrm>
            <a:off x="8637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200" spc="46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6E1F4B1-00D0-4092-918A-4090A454B395}" type="slidenum">
              <a:rPr b="1" lang="en-US" sz="1200" spc="46" strike="noStrike">
                <a:solidFill>
                  <a:srgbClr val="ffffff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5" name="Group 1"/>
          <p:cNvGrpSpPr/>
          <p:nvPr/>
        </p:nvGrpSpPr>
        <p:grpSpPr>
          <a:xfrm>
            <a:off x="9830160" y="4725000"/>
            <a:ext cx="2133360" cy="2133000"/>
            <a:chOff x="9830160" y="4725000"/>
            <a:chExt cx="2133360" cy="2133000"/>
          </a:xfrm>
        </p:grpSpPr>
        <p:sp>
          <p:nvSpPr>
            <p:cNvPr id="256" name="Freeform 11"/>
            <p:cNvSpPr/>
            <p:nvPr/>
          </p:nvSpPr>
          <p:spPr>
            <a:xfrm rot="10800000">
              <a:off x="9830880" y="4725000"/>
              <a:ext cx="2131920" cy="1053360"/>
            </a:xfrm>
            <a:custGeom>
              <a:avLst/>
              <a:gdLst>
                <a:gd name="textAreaLeft" fmla="*/ 0 w 2131920"/>
                <a:gd name="textAreaRight" fmla="*/ 2132640 w 2131920"/>
                <a:gd name="textAreaTop" fmla="*/ 0 h 1053360"/>
                <a:gd name="textAreaBottom" fmla="*/ 1054080 h 1053360"/>
              </a:gdLst>
              <a:ahLst/>
              <a:rect l="textAreaLeft" t="textAreaTop" r="textAreaRight" b="textAreaBottom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257" name="Freeform 12"/>
            <p:cNvSpPr/>
            <p:nvPr/>
          </p:nvSpPr>
          <p:spPr>
            <a:xfrm rot="10800000">
              <a:off x="9830160" y="5779080"/>
              <a:ext cx="2133360" cy="1078920"/>
            </a:xfrm>
            <a:custGeom>
              <a:avLst/>
              <a:gdLst>
                <a:gd name="textAreaLeft" fmla="*/ 0 w 2133360"/>
                <a:gd name="textAreaRight" fmla="*/ 2134080 w 2133360"/>
                <a:gd name="textAreaTop" fmla="*/ 0 h 1078920"/>
                <a:gd name="textAreaBottom" fmla="*/ 1079640 h 1078920"/>
              </a:gdLst>
              <a:ahLst/>
              <a:rect l="textAreaLeft" t="textAreaTop" r="textAreaRight" b="textAreaBottom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58" name="Graphic 4"/>
          <p:cNvSpPr/>
          <p:nvPr/>
        </p:nvSpPr>
        <p:spPr>
          <a:xfrm>
            <a:off x="7717680" y="0"/>
            <a:ext cx="4473720" cy="3230640"/>
          </a:xfrm>
          <a:custGeom>
            <a:avLst/>
            <a:gdLst>
              <a:gd name="textAreaLeft" fmla="*/ 0 w 4473720"/>
              <a:gd name="textAreaRight" fmla="*/ 4474440 w 4473720"/>
              <a:gd name="textAreaTop" fmla="*/ 0 h 3230640"/>
              <a:gd name="textAreaBottom" fmla="*/ 3231360 h 3230640"/>
            </a:gdLst>
            <a:ahLst/>
            <a:rect l="textAreaLeft" t="textAreaTop" r="textAreaRight" b="textAreaBottom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3"/>
    <p:sldLayoutId id="2147483728" r:id="rId4"/>
    <p:sldLayoutId id="2147483729" r:id="rId5"/>
    <p:sldLayoutId id="2147483730" r:id="rId6"/>
    <p:sldLayoutId id="2147483731" r:id="rId7"/>
    <p:sldLayoutId id="2147483732" r:id="rId8"/>
    <p:sldLayoutId id="2147483733" r:id="rId9"/>
    <p:sldLayoutId id="2147483734" r:id="rId10"/>
    <p:sldLayoutId id="2147483735" r:id="rId11"/>
    <p:sldLayoutId id="2147483736" r:id="rId12"/>
    <p:sldLayoutId id="2147483737" r:id="rId13"/>
    <p:sldLayoutId id="2147483738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6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811080" y="629640"/>
            <a:ext cx="8960400" cy="55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en-US" sz="7000" spc="94" strike="noStrike">
                <a:solidFill>
                  <a:srgbClr val="ffffff"/>
                </a:solidFill>
                <a:latin typeface="Arial Black"/>
              </a:rPr>
              <a:t>{{TOPIC}}</a:t>
            </a:r>
            <a:endParaRPr b="0" lang="en-US" sz="7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811080" y="622080"/>
            <a:ext cx="6400080" cy="182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000" spc="94" strike="noStrike">
                <a:solidFill>
                  <a:srgbClr val="ffffff"/>
                </a:solidFill>
                <a:latin typeface="Arial Black"/>
              </a:rPr>
              <a:t>Agenda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/>
          </p:nvPr>
        </p:nvSpPr>
        <p:spPr>
          <a:xfrm>
            <a:off x="811080" y="2774880"/>
            <a:ext cx="6400080" cy="3256920"/>
          </a:xfrm>
          <a:prstGeom prst="rect">
            <a:avLst/>
          </a:prstGeom>
          <a:noFill/>
          <a:ln w="0">
            <a:noFill/>
          </a:ln>
        </p:spPr>
        <p:txBody>
          <a:bodyPr lIns="0" rIns="90000" tIns="45000" bIns="45000" anchor="t">
            <a:noAutofit/>
          </a:bodyPr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{{AGENDA_POINTS}}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811080" y="827280"/>
            <a:ext cx="6400080" cy="520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5400" spc="94" strike="noStrike">
                <a:solidFill>
                  <a:srgbClr val="ffffff"/>
                </a:solidFill>
                <a:latin typeface="Arial Black"/>
              </a:rPr>
              <a:t>{{TITLE}}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811080" y="622080"/>
            <a:ext cx="7598880" cy="3050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5400" spc="94" strike="noStrike">
                <a:solidFill>
                  <a:srgbClr val="ffffff"/>
                </a:solidFill>
                <a:latin typeface="Arial Black"/>
              </a:rPr>
              <a:t>{{TITLE}}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/>
          </p:nvPr>
        </p:nvSpPr>
        <p:spPr>
          <a:xfrm>
            <a:off x="811080" y="3965040"/>
            <a:ext cx="7598880" cy="149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accent4"/>
                </a:solidFill>
                <a:latin typeface="Arial Black"/>
              </a:rPr>
              <a:t>{{SUBTITLE}}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114800" y="622080"/>
            <a:ext cx="7238160" cy="5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000" spc="94" strike="noStrike">
                <a:solidFill>
                  <a:srgbClr val="ffffff"/>
                </a:solidFill>
                <a:latin typeface="Arial Black"/>
              </a:rPr>
              <a:t>{{TITLE}}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952880" y="2768040"/>
            <a:ext cx="6400080" cy="3230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{{CONTENT}}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3429000" y="457200"/>
            <a:ext cx="7923960" cy="5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000" spc="94" strike="noStrike">
                <a:solidFill>
                  <a:srgbClr val="ffffff"/>
                </a:solidFill>
                <a:latin typeface="Arial Black"/>
              </a:rPr>
              <a:t>{{TITLE}}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2" name="main_image" descr=""/>
          <p:cNvPicPr/>
          <p:nvPr/>
        </p:nvPicPr>
        <p:blipFill>
          <a:blip r:embed="rId1"/>
          <a:stretch/>
        </p:blipFill>
        <p:spPr>
          <a:xfrm>
            <a:off x="3471480" y="1600200"/>
            <a:ext cx="8186760" cy="4800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811080" y="612720"/>
            <a:ext cx="10001880" cy="36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7000" spc="94" strike="noStrike">
                <a:solidFill>
                  <a:srgbClr val="ffffff"/>
                </a:solidFill>
                <a:latin typeface="Arial Black"/>
              </a:rPr>
              <a:t>Thank you</a:t>
            </a:r>
            <a:endParaRPr b="0" lang="en-US" sz="7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subTitle"/>
          </p:nvPr>
        </p:nvSpPr>
        <p:spPr>
          <a:xfrm>
            <a:off x="811080" y="4723920"/>
            <a:ext cx="7000200" cy="170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accent4"/>
                </a:solidFill>
                <a:latin typeface="Arial Black"/>
              </a:rPr>
              <a:t>{{CONTACT}}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Custom">
  <a:themeElements>
    <a:clrScheme name="Training-presentation">
      <a:dk1>
        <a:srgbClr val="000000"/>
      </a:dk1>
      <a:lt1>
        <a:srgbClr val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Custom">
  <a:themeElements>
    <a:clrScheme name="Training-presentation">
      <a:dk1>
        <a:srgbClr val="000000"/>
      </a:dk1>
      <a:lt1>
        <a:srgbClr val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Custom">
  <a:themeElements>
    <a:clrScheme name="Training-presentation">
      <a:dk1>
        <a:srgbClr val="000000"/>
      </a:dk1>
      <a:lt1>
        <a:srgbClr val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Custom">
  <a:themeElements>
    <a:clrScheme name="Training-presentation">
      <a:dk1>
        <a:srgbClr val="000000"/>
      </a:dk1>
      <a:lt1>
        <a:srgbClr val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Custom">
  <a:themeElements>
    <a:clrScheme name="Training-presentation">
      <a:dk1>
        <a:srgbClr val="000000"/>
      </a:dk1>
      <a:lt1>
        <a:srgbClr val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Custom">
  <a:themeElements>
    <a:clrScheme name="Training-presentation">
      <a:dk1>
        <a:srgbClr val="000000"/>
      </a:dk1>
      <a:lt1>
        <a:srgbClr val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</TotalTime>
  <Application>LibreOffice/7.4.7.2$Linux_X86_64 LibreOffice_project/40$Build-2</Application>
  <AppVersion>15.0000</AppVersion>
  <Words>418</Words>
  <Paragraphs>115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2024-01-03T23:14:54Z</dcterms:created>
  <dc:creator/>
  <dc:description/>
  <dc:language>en-US</dc:language>
  <cp:lastModifiedBy/>
  <dcterms:modified xsi:type="dcterms:W3CDTF">2024-10-14T15:17:53Z</dcterms:modified>
  <cp:revision>10</cp:revision>
  <dc:subject/>
  <dc:title>Basic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i4>13</vt:i4>
  </property>
  <property fmtid="{D5CDD505-2E9C-101B-9397-08002B2CF9AE}" pid="4" name="PresentationFormat">
    <vt:lpwstr>Widescreen</vt:lpwstr>
  </property>
  <property fmtid="{D5CDD505-2E9C-101B-9397-08002B2CF9AE}" pid="5" name="Slides">
    <vt:i4>13</vt:i4>
  </property>
</Properties>
</file>