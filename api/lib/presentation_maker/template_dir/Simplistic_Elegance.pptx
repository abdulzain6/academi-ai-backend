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/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dt" idx="1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ftr" idx="1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sldNum" idx="1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3826FD4-35C1-4C5D-966D-6064D0315C0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D1E35-0498-45CA-8155-7F6C575EEA0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EBE1E7-C00A-4B67-8AB2-6368146697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C0A498-E9B6-45F3-A0D2-6E8494DFD48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C87808-03DE-40D7-BF5D-BEB31000BD5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53D6A2-545C-4483-AA99-8617E43672F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A89BFB-F4D0-4D6B-B308-6FF04E276CF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08F7AA-D8E5-40C6-92A8-A6F77E5B57F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E96219-9B56-4D94-A436-32BEF9E177D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240594-EACE-4ABD-830F-44C25FA009A5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F214DC-60C8-4574-A2AA-4FB4C07AE7B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8DB26F-B41C-4EB1-B429-67BC2176D3C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B30CA6-1547-4AA2-BDA6-3AC6068EB4B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853CEC-11DD-4C2B-B254-033059715EE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B79337-BDE9-4D94-8798-D3772EBD6283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E0810A-0EE5-493B-B362-0F51DB00552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628A6F-DC6E-4B75-9522-910B329041AA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F5E905-AECC-435C-B5EE-701299C8A90C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B0A8CB-1FDE-45D5-81FB-20ECB0A82F7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53CD0D-B835-49BA-907C-9D49F3ED0A29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E54028C-CAE2-4FFC-968F-EC483B00E27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82615E0-954A-4966-81B9-1F63871AA15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87BBDED-3AE9-43C0-AB82-7553FC56E46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82054E7-04E9-4577-B527-E2864AAAA94D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FE467AE-D866-4FE3-84E9-D8FB83F49F27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D2DEFEC-F803-4A57-A057-A9687089727B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645DD5E-11CA-46F9-B9D2-DE26D4600FD3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3A258E9-581F-4AAC-9258-0060EF475B48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4A53F2A-A524-461D-B647-D9A24B7F93F9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9621B32-FE53-485A-BCAA-4896173422B5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8193B35-86DB-4623-BD10-A1F996B8F292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0736A24-5AC1-45BA-B89E-9B5EE1BAF161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781395-33F3-4500-8CC2-6A1407F71A48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30164-0FEA-470D-9ECF-599116FF90C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769A92-FCEE-401F-8DBE-55F0A503C41E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B25D57-BAC2-4018-835D-2D996040DE82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D39CD8-5725-4124-880C-3F2D6B2B3BAC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00771B-28BF-4834-A964-0DE4353C438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679F36-894F-448E-AB04-FE886817ACCD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D7B14F-DC34-4B22-85BF-5C53C7961A8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DF1834-A508-4490-BF80-A8305A2A2160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9CA1F0-E912-4224-8AD6-4E7A142201C0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FEBA87-C0FF-41C3-8916-E78EF9A3B235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EC0DB8-A594-409C-8D2F-2F6F4AD079E6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31E480-88BE-4F0A-A99B-06C7B51DC917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3582035-519E-437A-9D40-BBEC438B5CE3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5BCA7E-E26F-4C73-9138-525A16E9E2B0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63E333-0CA3-40AF-9894-FBC9BD461960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A056564-0A34-42E8-81FE-29B73CAA423C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BC944F2-58D4-4918-8675-CA69830B7FA2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D4782E6-DE1A-4C9E-8EAC-D80A220E4AE4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1D38484-58E9-4C19-9DC1-377747B53FCD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47211AE-54A7-4F36-B5CE-7B25D1B38C0D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0275550-5282-4405-8DAB-D227F00C86AB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F3C3B3D-92C3-4856-B2EC-11BCBE2D9D3E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3B6BE50-1CB0-413D-8A48-670B00CDDEC0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EFE7952-F3C8-4F0C-9D43-C675D24207B3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788A8D3-AFE4-4581-8D63-EFCD606A0EAE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45C343F-1EE2-4F34-A172-D4C65D9B019E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8EEC83B-C4BC-4708-A2BD-B93A070E4572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F8CD037-F475-4C28-AC98-E79F117B9B1B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A58D749-0413-48C0-A3EC-22D14FFD1CC0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15C47913-BC8B-44F5-844A-725FE2B0D09B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A31BC87-B4BA-4555-A25B-D815AA76956D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FBFC278-8231-4FFA-93CE-05A5516DD9A9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812EE62-8BCB-4D99-B933-60FD7DE7C063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2120203-AC12-490F-B625-B8A5E05ED009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38C4110-1F35-4240-AC82-192508D71074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5"/>
          <p:cNvSpPr/>
          <p:nvPr/>
        </p:nvSpPr>
        <p:spPr>
          <a:xfrm>
            <a:off x="9729360" y="5801760"/>
            <a:ext cx="2114280" cy="1055160"/>
          </a:xfrm>
          <a:custGeom>
            <a:avLst/>
            <a:gdLst>
              <a:gd name="textAreaLeft" fmla="*/ 0 w 2114280"/>
              <a:gd name="textAreaRight" fmla="*/ 2115360 w 2114280"/>
              <a:gd name="textAreaTop" fmla="*/ 0 h 1055160"/>
              <a:gd name="textAreaBottom" fmla="*/ 1056240 h 1055160"/>
            </a:gdLst>
            <a:ahLst/>
            <a:rect l="textAreaLeft" t="textAreaTop" r="textAreaRight" b="textAreaBottom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pic>
        <p:nvPicPr>
          <p:cNvPr id="1" name="Object 1" descr=""/>
          <p:cNvPicPr/>
          <p:nvPr/>
        </p:nvPicPr>
        <p:blipFill>
          <a:blip r:embed="rId2"/>
          <a:stretch/>
        </p:blipFill>
        <p:spPr>
          <a:xfrm>
            <a:off x="9999720" y="0"/>
            <a:ext cx="1573560" cy="39535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9"/>
          <p:cNvSpPr/>
          <p:nvPr/>
        </p:nvSpPr>
        <p:spPr>
          <a:xfrm>
            <a:off x="8077320" y="0"/>
            <a:ext cx="4113720" cy="5711760"/>
          </a:xfrm>
          <a:custGeom>
            <a:avLst/>
            <a:gdLst>
              <a:gd name="textAreaLeft" fmla="*/ 0 w 4113720"/>
              <a:gd name="textAreaRight" fmla="*/ 4114800 w 4113720"/>
              <a:gd name="textAreaTop" fmla="*/ 0 h 5711760"/>
              <a:gd name="textAreaBottom" fmla="*/ 5712840 h 5711760"/>
            </a:gdLst>
            <a:ahLst/>
            <a:rect l="textAreaLeft" t="textAreaTop" r="textAreaRight" b="textAreaBottom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Oval 11"/>
          <p:cNvSpPr/>
          <p:nvPr/>
        </p:nvSpPr>
        <p:spPr>
          <a:xfrm>
            <a:off x="7445520" y="944280"/>
            <a:ext cx="1289880" cy="1289880"/>
          </a:xfrm>
          <a:prstGeom prst="ellipse">
            <a:avLst/>
          </a:prstGeom>
          <a:solidFill>
            <a:schemeClr val="accent2"/>
          </a:solidFill>
          <a:ln>
            <a:solidFill>
              <a:srgbClr val="bc53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ftr" idx="1"/>
          </p:nvPr>
        </p:nvSpPr>
        <p:spPr>
          <a:xfrm>
            <a:off x="811080" y="6356520"/>
            <a:ext cx="441036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3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"/>
          </p:nvPr>
        </p:nvSpPr>
        <p:spPr>
          <a:xfrm>
            <a:off x="8637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6D9C7A-9F5C-432F-9D6B-D2356124DEFD}" type="slidenum">
              <a:rPr b="1" lang="en-US" sz="1200" spc="43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raphic 3"/>
          <p:cNvSpPr/>
          <p:nvPr/>
        </p:nvSpPr>
        <p:spPr>
          <a:xfrm>
            <a:off x="0" y="4775040"/>
            <a:ext cx="6607080" cy="2081880"/>
          </a:xfrm>
          <a:custGeom>
            <a:avLst/>
            <a:gdLst>
              <a:gd name="textAreaLeft" fmla="*/ 0 w 6607080"/>
              <a:gd name="textAreaRight" fmla="*/ 6608160 w 6607080"/>
              <a:gd name="textAreaTop" fmla="*/ 0 h 2081880"/>
              <a:gd name="textAreaBottom" fmla="*/ 2082960 h 2081880"/>
            </a:gdLst>
            <a:ahLst/>
            <a:rect l="textAreaLeft" t="textAreaTop" r="textAreaRight" b="textAreaBottom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Freeform 4"/>
          <p:cNvSpPr/>
          <p:nvPr/>
        </p:nvSpPr>
        <p:spPr>
          <a:xfrm>
            <a:off x="9249480" y="1747800"/>
            <a:ext cx="2691360" cy="2691360"/>
          </a:xfrm>
          <a:custGeom>
            <a:avLst/>
            <a:gdLst>
              <a:gd name="textAreaLeft" fmla="*/ 0 w 2691360"/>
              <a:gd name="textAreaRight" fmla="*/ 2692440 w 2691360"/>
              <a:gd name="textAreaTop" fmla="*/ 0 h 2691360"/>
              <a:gd name="textAreaBottom" fmla="*/ 2692440 h 2691360"/>
            </a:gdLst>
            <a:ahLst/>
            <a:rect l="textAreaLeft" t="textAreaTop" r="textAreaRight" b="textAreaBottom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84" name="Oval 5"/>
          <p:cNvSpPr/>
          <p:nvPr/>
        </p:nvSpPr>
        <p:spPr>
          <a:xfrm>
            <a:off x="8793000" y="361080"/>
            <a:ext cx="2114280" cy="21142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ftr" idx="3"/>
          </p:nvPr>
        </p:nvSpPr>
        <p:spPr>
          <a:xfrm>
            <a:off x="811080" y="6356520"/>
            <a:ext cx="441036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3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"/>
          </p:nvPr>
        </p:nvSpPr>
        <p:spPr>
          <a:xfrm>
            <a:off x="8637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EA8A49-73EE-4698-A4CD-E065F5DD598B}" type="slidenum">
              <a:rPr b="1" lang="en-US" sz="1200" spc="43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Object 1" descr=""/>
          <p:cNvPicPr/>
          <p:nvPr/>
        </p:nvPicPr>
        <p:blipFill>
          <a:blip r:embed="rId2"/>
          <a:stretch/>
        </p:blipFill>
        <p:spPr>
          <a:xfrm>
            <a:off x="9385920" y="0"/>
            <a:ext cx="1573560" cy="3953520"/>
          </a:xfrm>
          <a:prstGeom prst="rect">
            <a:avLst/>
          </a:prstGeom>
          <a:ln w="0">
            <a:noFill/>
          </a:ln>
        </p:spPr>
      </p:pic>
      <p:sp>
        <p:nvSpPr>
          <p:cNvPr id="126" name="Oval 2"/>
          <p:cNvSpPr/>
          <p:nvPr/>
        </p:nvSpPr>
        <p:spPr>
          <a:xfrm>
            <a:off x="9115560" y="4241160"/>
            <a:ext cx="2114280" cy="2114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ftr" idx="5"/>
          </p:nvPr>
        </p:nvSpPr>
        <p:spPr>
          <a:xfrm>
            <a:off x="811080" y="6356520"/>
            <a:ext cx="441036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3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6"/>
          </p:nvPr>
        </p:nvSpPr>
        <p:spPr>
          <a:xfrm>
            <a:off x="8637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463BD3-6135-4DCD-B250-044D15FA50CF}" type="slidenum">
              <a:rPr b="1" lang="en-US" sz="1200" spc="43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roup 2"/>
          <p:cNvGrpSpPr/>
          <p:nvPr/>
        </p:nvGrpSpPr>
        <p:grpSpPr>
          <a:xfrm>
            <a:off x="742680" y="360"/>
            <a:ext cx="2133000" cy="2133000"/>
            <a:chOff x="742680" y="360"/>
            <a:chExt cx="2133000" cy="2133000"/>
          </a:xfrm>
        </p:grpSpPr>
        <p:sp>
          <p:nvSpPr>
            <p:cNvPr id="168" name="Freeform 4"/>
            <p:cNvSpPr/>
            <p:nvPr/>
          </p:nvSpPr>
          <p:spPr>
            <a:xfrm rot="10800000">
              <a:off x="743400" y="0"/>
              <a:ext cx="2131560" cy="1053000"/>
            </a:xfrm>
            <a:custGeom>
              <a:avLst/>
              <a:gdLst>
                <a:gd name="textAreaLeft" fmla="*/ 0 w 2131560"/>
                <a:gd name="textAreaRight" fmla="*/ 2132640 w 2131560"/>
                <a:gd name="textAreaTop" fmla="*/ 0 h 1053000"/>
                <a:gd name="textAreaBottom" fmla="*/ 1054080 h 105300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69" name="Freeform 5"/>
            <p:cNvSpPr/>
            <p:nvPr/>
          </p:nvSpPr>
          <p:spPr>
            <a:xfrm rot="10800000">
              <a:off x="742680" y="1054440"/>
              <a:ext cx="2133000" cy="1078560"/>
            </a:xfrm>
            <a:custGeom>
              <a:avLst/>
              <a:gdLst>
                <a:gd name="textAreaLeft" fmla="*/ 0 w 2133000"/>
                <a:gd name="textAreaRight" fmla="*/ 2134080 w 2133000"/>
                <a:gd name="textAreaTop" fmla="*/ 0 h 1078560"/>
                <a:gd name="textAreaBottom" fmla="*/ 1079640 h 107856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170" name="Graphic 8"/>
          <p:cNvSpPr/>
          <p:nvPr/>
        </p:nvSpPr>
        <p:spPr>
          <a:xfrm flipH="1" flipV="1">
            <a:off x="-720" y="3625200"/>
            <a:ext cx="4473360" cy="3230280"/>
          </a:xfrm>
          <a:custGeom>
            <a:avLst/>
            <a:gdLst>
              <a:gd name="textAreaLeft" fmla="*/ 720 w 4473360"/>
              <a:gd name="textAreaRight" fmla="*/ 4475160 w 4473360"/>
              <a:gd name="textAreaTop" fmla="*/ -720 h 3230280"/>
              <a:gd name="textAreaBottom" fmla="*/ 3230640 h 323028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ftr" idx="7"/>
          </p:nvPr>
        </p:nvSpPr>
        <p:spPr>
          <a:xfrm>
            <a:off x="811080" y="6356520"/>
            <a:ext cx="441036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3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ldNum" idx="8"/>
          </p:nvPr>
        </p:nvSpPr>
        <p:spPr>
          <a:xfrm>
            <a:off x="8637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E58ED9-4254-4CEF-A3F3-6CA322F89618}" type="slidenum">
              <a:rPr b="1" lang="en-US" sz="1200" spc="43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roup 2"/>
          <p:cNvGrpSpPr/>
          <p:nvPr/>
        </p:nvGrpSpPr>
        <p:grpSpPr>
          <a:xfrm>
            <a:off x="742680" y="360"/>
            <a:ext cx="2133000" cy="2133000"/>
            <a:chOff x="742680" y="360"/>
            <a:chExt cx="2133000" cy="2133000"/>
          </a:xfrm>
        </p:grpSpPr>
        <p:sp>
          <p:nvSpPr>
            <p:cNvPr id="212" name="Freeform 4"/>
            <p:cNvSpPr/>
            <p:nvPr/>
          </p:nvSpPr>
          <p:spPr>
            <a:xfrm rot="10800000">
              <a:off x="743400" y="0"/>
              <a:ext cx="2131560" cy="1053000"/>
            </a:xfrm>
            <a:custGeom>
              <a:avLst/>
              <a:gdLst>
                <a:gd name="textAreaLeft" fmla="*/ 0 w 2131560"/>
                <a:gd name="textAreaRight" fmla="*/ 2132640 w 2131560"/>
                <a:gd name="textAreaTop" fmla="*/ 0 h 1053000"/>
                <a:gd name="textAreaBottom" fmla="*/ 1054080 h 105300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213" name="Freeform 5"/>
            <p:cNvSpPr/>
            <p:nvPr/>
          </p:nvSpPr>
          <p:spPr>
            <a:xfrm rot="10800000">
              <a:off x="742680" y="1054440"/>
              <a:ext cx="2133000" cy="1078560"/>
            </a:xfrm>
            <a:custGeom>
              <a:avLst/>
              <a:gdLst>
                <a:gd name="textAreaLeft" fmla="*/ 0 w 2133000"/>
                <a:gd name="textAreaRight" fmla="*/ 2134080 w 2133000"/>
                <a:gd name="textAreaTop" fmla="*/ 0 h 1078560"/>
                <a:gd name="textAreaBottom" fmla="*/ 1079640 h 107856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4" name="Graphic 8"/>
          <p:cNvSpPr/>
          <p:nvPr/>
        </p:nvSpPr>
        <p:spPr>
          <a:xfrm flipH="1" flipV="1">
            <a:off x="-720" y="3625200"/>
            <a:ext cx="4473360" cy="3230280"/>
          </a:xfrm>
          <a:custGeom>
            <a:avLst/>
            <a:gdLst>
              <a:gd name="textAreaLeft" fmla="*/ 720 w 4473360"/>
              <a:gd name="textAreaRight" fmla="*/ 4475160 w 4473360"/>
              <a:gd name="textAreaTop" fmla="*/ -720 h 3230280"/>
              <a:gd name="textAreaBottom" fmla="*/ 3230640 h 323028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ftr" idx="9"/>
          </p:nvPr>
        </p:nvSpPr>
        <p:spPr>
          <a:xfrm>
            <a:off x="811080" y="6356520"/>
            <a:ext cx="441036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43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10"/>
          </p:nvPr>
        </p:nvSpPr>
        <p:spPr>
          <a:xfrm>
            <a:off x="8637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n-US" sz="1200" spc="43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6BFCC2-7594-41D3-8946-57E7F4B2DC60}" type="slidenum">
              <a:rPr b="1" lang="en-US" sz="1200" spc="43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1"/>
          <p:cNvGrpSpPr/>
          <p:nvPr/>
        </p:nvGrpSpPr>
        <p:grpSpPr>
          <a:xfrm>
            <a:off x="9830520" y="4725360"/>
            <a:ext cx="2133000" cy="2132640"/>
            <a:chOff x="9830520" y="4725360"/>
            <a:chExt cx="2133000" cy="2132640"/>
          </a:xfrm>
        </p:grpSpPr>
        <p:sp>
          <p:nvSpPr>
            <p:cNvPr id="256" name="Freeform 11"/>
            <p:cNvSpPr/>
            <p:nvPr/>
          </p:nvSpPr>
          <p:spPr>
            <a:xfrm rot="10800000">
              <a:off x="9831240" y="4725360"/>
              <a:ext cx="2131560" cy="1053000"/>
            </a:xfrm>
            <a:custGeom>
              <a:avLst/>
              <a:gdLst>
                <a:gd name="textAreaLeft" fmla="*/ 0 w 2131560"/>
                <a:gd name="textAreaRight" fmla="*/ 2132640 w 2131560"/>
                <a:gd name="textAreaTop" fmla="*/ 0 h 1053000"/>
                <a:gd name="textAreaBottom" fmla="*/ 1054080 h 1053000"/>
              </a:gdLst>
              <a:ahLst/>
              <a:rect l="textAreaLeft" t="textAreaTop" r="textAreaRight" b="textAreaBottom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Freeform 12"/>
            <p:cNvSpPr/>
            <p:nvPr/>
          </p:nvSpPr>
          <p:spPr>
            <a:xfrm rot="10800000">
              <a:off x="9830520" y="5779440"/>
              <a:ext cx="2133000" cy="1078560"/>
            </a:xfrm>
            <a:custGeom>
              <a:avLst/>
              <a:gdLst>
                <a:gd name="textAreaLeft" fmla="*/ 0 w 2133000"/>
                <a:gd name="textAreaRight" fmla="*/ 2134080 w 2133000"/>
                <a:gd name="textAreaTop" fmla="*/ 0 h 1078560"/>
                <a:gd name="textAreaBottom" fmla="*/ 1079640 h 1078560"/>
              </a:gdLst>
              <a:ahLst/>
              <a:rect l="textAreaLeft" t="textAreaTop" r="textAreaRight" b="textAreaBottom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8" name="Graphic 4"/>
          <p:cNvSpPr/>
          <p:nvPr/>
        </p:nvSpPr>
        <p:spPr>
          <a:xfrm>
            <a:off x="7717680" y="0"/>
            <a:ext cx="4473360" cy="3230280"/>
          </a:xfrm>
          <a:custGeom>
            <a:avLst/>
            <a:gdLst>
              <a:gd name="textAreaLeft" fmla="*/ 0 w 4473360"/>
              <a:gd name="textAreaRight" fmla="*/ 4474440 w 4473360"/>
              <a:gd name="textAreaTop" fmla="*/ 0 h 3230280"/>
              <a:gd name="textAreaBottom" fmla="*/ 3231360 h 3230280"/>
            </a:gdLst>
            <a:ahLst/>
            <a:rect l="textAreaLeft" t="textAreaTop" r="textAreaRight" b="textAreaBottom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11080" y="629640"/>
            <a:ext cx="8960040" cy="55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7000" spc="92" strike="noStrike">
                <a:solidFill>
                  <a:srgbClr val="ffffff"/>
                </a:solidFill>
                <a:latin typeface="Arial Black"/>
              </a:rPr>
              <a:t>{{TOPIC}}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811080" y="622080"/>
            <a:ext cx="6399720" cy="18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pc="92" strike="noStrike">
                <a:solidFill>
                  <a:srgbClr val="ffffff"/>
                </a:solidFill>
                <a:latin typeface="Arial Black"/>
              </a:rPr>
              <a:t>Agenda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811080" y="2774880"/>
            <a:ext cx="6399720" cy="3256560"/>
          </a:xfrm>
          <a:prstGeom prst="rect">
            <a:avLst/>
          </a:prstGeom>
          <a:noFill/>
          <a:ln w="0">
            <a:noFill/>
          </a:ln>
        </p:spPr>
        <p:txBody>
          <a:bodyPr lIns="0" rIns="90000" tIns="45000" bIns="4500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{{AGENDA_POINTS}}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11080" y="827280"/>
            <a:ext cx="6399720" cy="520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400" spc="92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11080" y="622080"/>
            <a:ext cx="7598520" cy="30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5400" spc="92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811080" y="3965040"/>
            <a:ext cx="7598520" cy="149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Arial Black"/>
              </a:rPr>
              <a:t>{{SUBTITLE}}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114800" y="622080"/>
            <a:ext cx="7237800" cy="5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pc="92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800600" y="2286000"/>
            <a:ext cx="6552000" cy="371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{{CONTENT}}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3429000" y="457200"/>
            <a:ext cx="7923600" cy="5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pc="92" strike="noStrike">
                <a:solidFill>
                  <a:srgbClr val="ffffff"/>
                </a:solidFill>
                <a:latin typeface="Arial Black"/>
              </a:rPr>
              <a:t>{{TITLE}}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main_image" descr=""/>
          <p:cNvPicPr/>
          <p:nvPr/>
        </p:nvPicPr>
        <p:blipFill>
          <a:blip r:embed="rId1"/>
          <a:stretch/>
        </p:blipFill>
        <p:spPr>
          <a:xfrm>
            <a:off x="3471480" y="1600200"/>
            <a:ext cx="8186400" cy="479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811080" y="612720"/>
            <a:ext cx="10001520" cy="3656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7000" spc="92" strike="noStrike">
                <a:solidFill>
                  <a:srgbClr val="ffffff"/>
                </a:solidFill>
                <a:latin typeface="Arial Black"/>
              </a:rPr>
              <a:t>Thank you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ubTitle"/>
          </p:nvPr>
        </p:nvSpPr>
        <p:spPr>
          <a:xfrm>
            <a:off x="811080" y="4723920"/>
            <a:ext cx="6999840" cy="170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accent4"/>
                </a:solidFill>
                <a:latin typeface="Arial Black"/>
              </a:rPr>
              <a:t>{{CONTACT}}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LibreOffice/7.4.7.2$Linux_X86_64 LibreOffice_project/40$Build-2</Application>
  <AppVersion>15.0000</AppVersion>
  <Words>418</Words>
  <Paragraphs>115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2024-01-03T23:14:54Z</dcterms:created>
  <dc:creator/>
  <dc:description/>
  <dc:language>en-US</dc:language>
  <cp:lastModifiedBy/>
  <dcterms:modified xsi:type="dcterms:W3CDTF">2024-10-20T22:07:56Z</dcterms:modified>
  <cp:revision>11</cp:revision>
  <dc:subject/>
  <dc:title>Basic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13</vt:i4>
  </property>
  <property fmtid="{D5CDD505-2E9C-101B-9397-08002B2CF9AE}" pid="4" name="PresentationFormat">
    <vt:lpwstr>Widescreen</vt:lpwstr>
  </property>
  <property fmtid="{D5CDD505-2E9C-101B-9397-08002B2CF9AE}" pid="5" name="Slides">
    <vt:i4>13</vt:i4>
  </property>
</Properties>
</file>