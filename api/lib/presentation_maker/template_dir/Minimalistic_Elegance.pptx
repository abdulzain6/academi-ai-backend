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custom.xml" ContentType="application/vnd.openxmlformats-officedocument.custom-properties+xml"/>
  <Override PartName="/docProps/app.xml" ContentType="application/vnd.openxmlformats-officedocument.extended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Layouts/slideLayout59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_rels/slideLayout88.xml.rels" ContentType="application/vnd.openxmlformats-package.relationships+xml"/>
  <Override PartName="/ppt/slideLayouts/_rels/slideLayout45.xml.rels" ContentType="application/vnd.openxmlformats-package.relationships+xml"/>
  <Override PartName="/ppt/slideLayouts/_rels/slideLayout79.xml.rels" ContentType="application/vnd.openxmlformats-package.relationships+xml"/>
  <Override PartName="/ppt/slideLayouts/_rels/slideLayout36.xml.rels" ContentType="application/vnd.openxmlformats-package.relationships+xml"/>
  <Override PartName="/ppt/slideLayouts/_rels/slideLayout87.xml.rels" ContentType="application/vnd.openxmlformats-package.relationships+xml"/>
  <Override PartName="/ppt/slideLayouts/_rels/slideLayout44.xml.rels" ContentType="application/vnd.openxmlformats-package.relationships+xml"/>
  <Override PartName="/ppt/slideLayouts/_rels/slideLayout31.xml.rels" ContentType="application/vnd.openxmlformats-package.relationships+xml"/>
  <Override PartName="/ppt/slideLayouts/_rels/slideLayout7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65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75.xml.rels" ContentType="application/vnd.openxmlformats-package.relationships+xml"/>
  <Override PartName="/ppt/slideLayouts/_rels/slideLayout40.xml.rels" ContentType="application/vnd.openxmlformats-package.relationships+xml"/>
  <Override PartName="/ppt/slideLayouts/_rels/slideLayout83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66.xml.rels" ContentType="application/vnd.openxmlformats-package.relationships+xml"/>
  <Override PartName="/ppt/slideLayouts/_rels/slideLayout50.xml.rels" ContentType="application/vnd.openxmlformats-package.relationships+xml"/>
  <Override PartName="/ppt/slideLayouts/_rels/slideLayout93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76.xml.rels" ContentType="application/vnd.openxmlformats-package.relationships+xml"/>
  <Override PartName="/ppt/slideLayouts/_rels/slideLayout41.xml.rels" ContentType="application/vnd.openxmlformats-package.relationships+xml"/>
  <Override PartName="/ppt/slideLayouts/_rels/slideLayout84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67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61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70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62.xml.rels" ContentType="application/vnd.openxmlformats-package.relationships+xml"/>
  <Override PartName="/ppt/slideLayouts/_rels/slideLayout71.xml.rels" ContentType="application/vnd.openxmlformats-package.relationships+xml"/>
  <Override PartName="/ppt/slideLayouts/_rels/slideLayout72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80.xml.rels" ContentType="application/vnd.openxmlformats-package.relationships+xml"/>
  <Override PartName="/ppt/slideLayouts/_rels/slideLayout81.xml.rels" ContentType="application/vnd.openxmlformats-package.relationships+xml"/>
  <Override PartName="/ppt/slideLayouts/_rels/slideLayout82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47.xml.rels" ContentType="application/vnd.openxmlformats-package.relationships+xml"/>
  <Override PartName="/ppt/slideLayouts/_rels/slideLayout9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53.xml.rels" ContentType="application/vnd.openxmlformats-package.relationships+xml"/>
  <Override PartName="/ppt/slideLayouts/_rels/slideLayout3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54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48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64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59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92.xml.rels" ContentType="application/vnd.openxmlformats-package.relationships+xml"/>
  <Override PartName="/ppt/slideLayouts/_rels/slideLayout5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73.xml.rels" ContentType="application/vnd.openxmlformats-package.relationships+xml"/>
  <Override PartName="/ppt/slideLayouts/_rels/slideLayout39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56.xml.rels" ContentType="application/vnd.openxmlformats-package.relationships+xml"/>
  <Override PartName="/ppt/slideLayouts/_rels/slideLayout90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57.xml.rels" ContentType="application/vnd.openxmlformats-package.relationships+xml"/>
  <Override PartName="/ppt/slideLayouts/_rels/slideLayout91.xml.rels" ContentType="application/vnd.openxmlformats-package.relationships+xml"/>
  <Override PartName="/ppt/slideLayouts/_rels/slideLayout49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38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55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63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46.xml.rels" ContentType="application/vnd.openxmlformats-package.relationships+xml"/>
  <Override PartName="/ppt/slideLayouts/_rels/slideLayout89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78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95.xml.rels" ContentType="application/vnd.openxmlformats-package.relationships+xml"/>
  <Override PartName="/ppt/slideLayouts/_rels/slideLayout52.xml.rels" ContentType="application/vnd.openxmlformats-package.relationships+xml"/>
  <Override PartName="/ppt/slideLayouts/_rels/slideLayout60.xml.rels" ContentType="application/vnd.openxmlformats-package.relationships+xml"/>
  <Override PartName="/ppt/slideLayouts/_rels/slideLayout86.xml.rels" ContentType="application/vnd.openxmlformats-package.relationships+xml"/>
  <Override PartName="/ppt/slideLayouts/_rels/slideLayout43.xml.rels" ContentType="application/vnd.openxmlformats-package.relationships+xml"/>
  <Override PartName="/ppt/slideLayouts/_rels/slideLayout69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51.xml.rels" ContentType="application/vnd.openxmlformats-package.relationships+xml"/>
  <Override PartName="/ppt/slideLayouts/_rels/slideLayout94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77.xml.rels" ContentType="application/vnd.openxmlformats-package.relationships+xml"/>
  <Override PartName="/ppt/slideLayouts/_rels/slideLayout68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85.xml.rels" ContentType="application/vnd.openxmlformats-package.relationships+xml"/>
  <Override PartName="/ppt/slideLayouts/_rels/slideLayout42.xml.rels" ContentType="application/vnd.openxmlformats-package.relationships+xml"/>
  <Override PartName="/ppt/slideLayouts/slideLayout25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88.xml" ContentType="application/vnd.openxmlformats-officedocument.presentationml.slideLayout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7.png" ContentType="image/png"/>
  <Override PartName="/ppt/media/image8.png" ContentType="image/png"/>
  <Override PartName="/ppt/slides/_rels/slide9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  <p:sldMasterId id="2147483687" r:id="rId5"/>
    <p:sldMasterId id="2147483700" r:id="rId6"/>
    <p:sldMasterId id="2147483713" r:id="rId7"/>
    <p:sldMasterId id="2147483726" r:id="rId8"/>
    <p:sldMasterId id="2147483739" r:id="rId9"/>
  </p:sldMasterIdLst>
  <p:sldIdLst>
    <p:sldId id="256" r:id="rId10"/>
    <p:sldId id="257" r:id="rId11"/>
    <p:sldId id="258" r:id="rId12"/>
    <p:sldId id="259" r:id="rId13"/>
    <p:sldId id="260" r:id="rId14"/>
    <p:sldId id="261" r:id="rId15"/>
    <p:sldId id="262" r:id="rId16"/>
    <p:sldId id="263" r:id="rId17"/>
    <p:sldId id="264" r:id="rId18"/>
  </p:sldIdLst>
  <p:sldSz cx="9144000" cy="51435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" Target="slides/slide1.xml"/><Relationship Id="rId11" Type="http://schemas.openxmlformats.org/officeDocument/2006/relationships/slide" Target="slides/slide2.xml"/><Relationship Id="rId12" Type="http://schemas.openxmlformats.org/officeDocument/2006/relationships/slide" Target="slides/slide3.xml"/><Relationship Id="rId13" Type="http://schemas.openxmlformats.org/officeDocument/2006/relationships/slide" Target="slides/slide4.xml"/><Relationship Id="rId14" Type="http://schemas.openxmlformats.org/officeDocument/2006/relationships/slide" Target="slides/slide5.xml"/><Relationship Id="rId15" Type="http://schemas.openxmlformats.org/officeDocument/2006/relationships/slide" Target="slides/slide6.xml"/><Relationship Id="rId16" Type="http://schemas.openxmlformats.org/officeDocument/2006/relationships/slide" Target="slides/slide7.xml"/><Relationship Id="rId17" Type="http://schemas.openxmlformats.org/officeDocument/2006/relationships/slide" Target="slides/slide8.xml"/><Relationship Id="rId18" Type="http://schemas.openxmlformats.org/officeDocument/2006/relationships/slide" Target="slides/slide9.xml"/><Relationship Id="rId1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8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8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8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8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5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5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5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5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5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5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5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5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5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5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6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4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6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6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6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1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6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3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4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6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6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6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9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0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6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3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4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6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7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8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7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1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7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3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4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5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6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7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9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0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1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2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3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7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7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8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7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7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3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7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7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7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9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8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1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2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3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8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6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7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8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9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0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8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3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4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5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8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8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9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0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1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2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8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8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7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8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9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8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1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2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8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9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9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7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8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9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2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9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5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6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9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9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9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1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2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3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4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9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7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8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9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0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1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Relationship Id="rId9" Type="http://schemas.openxmlformats.org/officeDocument/2006/relationships/slideLayout" Target="../slideLayouts/slideLayout7.xml"/><Relationship Id="rId10" Type="http://schemas.openxmlformats.org/officeDocument/2006/relationships/slideLayout" Target="../slideLayouts/slideLayout8.xml"/><Relationship Id="rId11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1.xml"/><Relationship Id="rId14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Relationship Id="rId9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3.xml"/><Relationship Id="rId14" Type="http://schemas.openxmlformats.org/officeDocument/2006/relationships/slideLayout" Target="../slideLayouts/slideLayout24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7.xml"/><Relationship Id="rId6" Type="http://schemas.openxmlformats.org/officeDocument/2006/relationships/slideLayout" Target="../slideLayouts/slideLayout28.xml"/><Relationship Id="rId7" Type="http://schemas.openxmlformats.org/officeDocument/2006/relationships/slideLayout" Target="../slideLayouts/slideLayout29.xml"/><Relationship Id="rId8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3.xml"/><Relationship Id="rId12" Type="http://schemas.openxmlformats.org/officeDocument/2006/relationships/slideLayout" Target="../slideLayouts/slideLayout34.xml"/><Relationship Id="rId13" Type="http://schemas.openxmlformats.org/officeDocument/2006/relationships/slideLayout" Target="../slideLayouts/slideLayout35.xml"/><Relationship Id="rId14" Type="http://schemas.openxmlformats.org/officeDocument/2006/relationships/slideLayout" Target="../slideLayouts/slideLayout36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37.xml"/><Relationship Id="rId4" Type="http://schemas.openxmlformats.org/officeDocument/2006/relationships/slideLayout" Target="../slideLayouts/slideLayout38.xml"/><Relationship Id="rId5" Type="http://schemas.openxmlformats.org/officeDocument/2006/relationships/slideLayout" Target="../slideLayouts/slideLayout39.xml"/><Relationship Id="rId6" Type="http://schemas.openxmlformats.org/officeDocument/2006/relationships/slideLayout" Target="../slideLayouts/slideLayout40.xml"/><Relationship Id="rId7" Type="http://schemas.openxmlformats.org/officeDocument/2006/relationships/slideLayout" Target="../slideLayouts/slideLayout41.xml"/><Relationship Id="rId8" Type="http://schemas.openxmlformats.org/officeDocument/2006/relationships/slideLayout" Target="../slideLayouts/slideLayout42.xml"/><Relationship Id="rId9" Type="http://schemas.openxmlformats.org/officeDocument/2006/relationships/slideLayout" Target="../slideLayouts/slideLayout43.xml"/><Relationship Id="rId10" Type="http://schemas.openxmlformats.org/officeDocument/2006/relationships/slideLayout" Target="../slideLayouts/slideLayout44.xml"/><Relationship Id="rId11" Type="http://schemas.openxmlformats.org/officeDocument/2006/relationships/slideLayout" Target="../slideLayouts/slideLayout45.xml"/><Relationship Id="rId12" Type="http://schemas.openxmlformats.org/officeDocument/2006/relationships/slideLayout" Target="../slideLayouts/slideLayout46.xml"/><Relationship Id="rId13" Type="http://schemas.openxmlformats.org/officeDocument/2006/relationships/slideLayout" Target="../slideLayouts/slideLayout47.xml"/><Relationship Id="rId14" Type="http://schemas.openxmlformats.org/officeDocument/2006/relationships/slideLayout" Target="../slideLayouts/slideLayout48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49.xml"/><Relationship Id="rId4" Type="http://schemas.openxmlformats.org/officeDocument/2006/relationships/slideLayout" Target="../slideLayouts/slideLayout50.xml"/><Relationship Id="rId5" Type="http://schemas.openxmlformats.org/officeDocument/2006/relationships/slideLayout" Target="../slideLayouts/slideLayout51.xml"/><Relationship Id="rId6" Type="http://schemas.openxmlformats.org/officeDocument/2006/relationships/slideLayout" Target="../slideLayouts/slideLayout52.xml"/><Relationship Id="rId7" Type="http://schemas.openxmlformats.org/officeDocument/2006/relationships/slideLayout" Target="../slideLayouts/slideLayout53.xml"/><Relationship Id="rId8" Type="http://schemas.openxmlformats.org/officeDocument/2006/relationships/slideLayout" Target="../slideLayouts/slideLayout54.xml"/><Relationship Id="rId9" Type="http://schemas.openxmlformats.org/officeDocument/2006/relationships/slideLayout" Target="../slideLayouts/slideLayout55.xml"/><Relationship Id="rId10" Type="http://schemas.openxmlformats.org/officeDocument/2006/relationships/slideLayout" Target="../slideLayouts/slideLayout56.xml"/><Relationship Id="rId11" Type="http://schemas.openxmlformats.org/officeDocument/2006/relationships/slideLayout" Target="../slideLayouts/slideLayout57.xml"/><Relationship Id="rId12" Type="http://schemas.openxmlformats.org/officeDocument/2006/relationships/slideLayout" Target="../slideLayouts/slideLayout58.xml"/><Relationship Id="rId13" Type="http://schemas.openxmlformats.org/officeDocument/2006/relationships/slideLayout" Target="../slideLayouts/slideLayout59.xml"/><Relationship Id="rId14" Type="http://schemas.openxmlformats.org/officeDocument/2006/relationships/slideLayout" Target="../slideLayouts/slideLayout60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61.xml"/><Relationship Id="rId4" Type="http://schemas.openxmlformats.org/officeDocument/2006/relationships/slideLayout" Target="../slideLayouts/slideLayout62.xml"/><Relationship Id="rId5" Type="http://schemas.openxmlformats.org/officeDocument/2006/relationships/slideLayout" Target="../slideLayouts/slideLayout63.xml"/><Relationship Id="rId6" Type="http://schemas.openxmlformats.org/officeDocument/2006/relationships/slideLayout" Target="../slideLayouts/slideLayout64.xml"/><Relationship Id="rId7" Type="http://schemas.openxmlformats.org/officeDocument/2006/relationships/slideLayout" Target="../slideLayouts/slideLayout65.xml"/><Relationship Id="rId8" Type="http://schemas.openxmlformats.org/officeDocument/2006/relationships/slideLayout" Target="../slideLayouts/slideLayout66.xml"/><Relationship Id="rId9" Type="http://schemas.openxmlformats.org/officeDocument/2006/relationships/slideLayout" Target="../slideLayouts/slideLayout67.xml"/><Relationship Id="rId10" Type="http://schemas.openxmlformats.org/officeDocument/2006/relationships/slideLayout" Target="../slideLayouts/slideLayout68.xml"/><Relationship Id="rId11" Type="http://schemas.openxmlformats.org/officeDocument/2006/relationships/slideLayout" Target="../slideLayouts/slideLayout69.xml"/><Relationship Id="rId12" Type="http://schemas.openxmlformats.org/officeDocument/2006/relationships/slideLayout" Target="../slideLayouts/slideLayout70.xml"/><Relationship Id="rId13" Type="http://schemas.openxmlformats.org/officeDocument/2006/relationships/slideLayout" Target="../slideLayouts/slideLayout71.xml"/><Relationship Id="rId14" Type="http://schemas.openxmlformats.org/officeDocument/2006/relationships/slideLayout" Target="../slideLayouts/slideLayout72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image" Target="../media/image7.png"/><Relationship Id="rId3" Type="http://schemas.openxmlformats.org/officeDocument/2006/relationships/slideLayout" Target="../slideLayouts/slideLayout73.xml"/><Relationship Id="rId4" Type="http://schemas.openxmlformats.org/officeDocument/2006/relationships/slideLayout" Target="../slideLayouts/slideLayout74.xml"/><Relationship Id="rId5" Type="http://schemas.openxmlformats.org/officeDocument/2006/relationships/slideLayout" Target="../slideLayouts/slideLayout75.xml"/><Relationship Id="rId6" Type="http://schemas.openxmlformats.org/officeDocument/2006/relationships/slideLayout" Target="../slideLayouts/slideLayout76.xml"/><Relationship Id="rId7" Type="http://schemas.openxmlformats.org/officeDocument/2006/relationships/slideLayout" Target="../slideLayouts/slideLayout77.xml"/><Relationship Id="rId8" Type="http://schemas.openxmlformats.org/officeDocument/2006/relationships/slideLayout" Target="../slideLayouts/slideLayout78.xml"/><Relationship Id="rId9" Type="http://schemas.openxmlformats.org/officeDocument/2006/relationships/slideLayout" Target="../slideLayouts/slideLayout79.xml"/><Relationship Id="rId10" Type="http://schemas.openxmlformats.org/officeDocument/2006/relationships/slideLayout" Target="../slideLayouts/slideLayout80.xml"/><Relationship Id="rId11" Type="http://schemas.openxmlformats.org/officeDocument/2006/relationships/slideLayout" Target="../slideLayouts/slideLayout81.xml"/><Relationship Id="rId12" Type="http://schemas.openxmlformats.org/officeDocument/2006/relationships/slideLayout" Target="../slideLayouts/slideLayout82.xml"/><Relationship Id="rId13" Type="http://schemas.openxmlformats.org/officeDocument/2006/relationships/slideLayout" Target="../slideLayouts/slideLayout83.xml"/><Relationship Id="rId14" Type="http://schemas.openxmlformats.org/officeDocument/2006/relationships/slideLayout" Target="../slideLayouts/slideLayout84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image" Target="../media/image8.png"/><Relationship Id="rId3" Type="http://schemas.openxmlformats.org/officeDocument/2006/relationships/slideLayout" Target="../slideLayouts/slideLayout85.xml"/><Relationship Id="rId4" Type="http://schemas.openxmlformats.org/officeDocument/2006/relationships/slideLayout" Target="../slideLayouts/slideLayout86.xml"/><Relationship Id="rId5" Type="http://schemas.openxmlformats.org/officeDocument/2006/relationships/slideLayout" Target="../slideLayouts/slideLayout87.xml"/><Relationship Id="rId6" Type="http://schemas.openxmlformats.org/officeDocument/2006/relationships/slideLayout" Target="../slideLayouts/slideLayout88.xml"/><Relationship Id="rId7" Type="http://schemas.openxmlformats.org/officeDocument/2006/relationships/slideLayout" Target="../slideLayouts/slideLayout89.xml"/><Relationship Id="rId8" Type="http://schemas.openxmlformats.org/officeDocument/2006/relationships/slideLayout" Target="../slideLayouts/slideLayout90.xml"/><Relationship Id="rId9" Type="http://schemas.openxmlformats.org/officeDocument/2006/relationships/slideLayout" Target="../slideLayouts/slideLayout91.xml"/><Relationship Id="rId10" Type="http://schemas.openxmlformats.org/officeDocument/2006/relationships/slideLayout" Target="../slideLayouts/slideLayout92.xml"/><Relationship Id="rId11" Type="http://schemas.openxmlformats.org/officeDocument/2006/relationships/slideLayout" Target="../slideLayouts/slideLayout93.xml"/><Relationship Id="rId12" Type="http://schemas.openxmlformats.org/officeDocument/2006/relationships/slideLayout" Target="../slideLayouts/slideLayout94.xml"/><Relationship Id="rId13" Type="http://schemas.openxmlformats.org/officeDocument/2006/relationships/slideLayout" Target="../slideLayouts/slideLayout95.xml"/><Relationship Id="rId14" Type="http://schemas.openxmlformats.org/officeDocument/2006/relationships/slideLayout" Target="../slideLayouts/slideLayout96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0" name="Google Shape;9;p2" descr=""/>
          <p:cNvPicPr/>
          <p:nvPr/>
        </p:nvPicPr>
        <p:blipFill>
          <a:blip r:embed="rId2"/>
          <a:stretch/>
        </p:blipFill>
        <p:spPr>
          <a:xfrm>
            <a:off x="0" y="0"/>
            <a:ext cx="9143280" cy="5143320"/>
          </a:xfrm>
          <a:prstGeom prst="rect">
            <a:avLst/>
          </a:prstGeom>
          <a:ln w="0">
            <a:noFill/>
          </a:ln>
        </p:spPr>
      </p:pic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1284120" y="1558440"/>
            <a:ext cx="6575400" cy="151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Google Shape;18;p4" descr=""/>
          <p:cNvPicPr/>
          <p:nvPr/>
        </p:nvPicPr>
        <p:blipFill>
          <a:blip r:embed="rId2"/>
          <a:stretch/>
        </p:blipFill>
        <p:spPr>
          <a:xfrm>
            <a:off x="0" y="0"/>
            <a:ext cx="9143280" cy="5142960"/>
          </a:xfrm>
          <a:prstGeom prst="rect">
            <a:avLst/>
          </a:prstGeom>
          <a:ln w="0">
            <a:noFill/>
          </a:ln>
        </p:spPr>
      </p:pic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1284120" y="1558440"/>
            <a:ext cx="6575400" cy="151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88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Google Shape;52;p13" descr=""/>
          <p:cNvPicPr/>
          <p:nvPr/>
        </p:nvPicPr>
        <p:blipFill>
          <a:blip r:embed="rId2"/>
          <a:stretch/>
        </p:blipFill>
        <p:spPr>
          <a:xfrm>
            <a:off x="0" y="0"/>
            <a:ext cx="9143280" cy="5142960"/>
          </a:xfrm>
          <a:prstGeom prst="rect">
            <a:avLst/>
          </a:prstGeom>
          <a:ln w="0">
            <a:noFill/>
          </a:ln>
        </p:spPr>
      </p:pic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Google Shape;39;p9" descr=""/>
          <p:cNvPicPr/>
          <p:nvPr/>
        </p:nvPicPr>
        <p:blipFill>
          <a:blip r:embed="rId2"/>
          <a:stretch/>
        </p:blipFill>
        <p:spPr>
          <a:xfrm>
            <a:off x="0" y="0"/>
            <a:ext cx="9143280" cy="5142960"/>
          </a:xfrm>
          <a:prstGeom prst="rect">
            <a:avLst/>
          </a:prstGeom>
          <a:ln w="0">
            <a:noFill/>
          </a:ln>
        </p:spPr>
      </p:pic>
      <p:sp>
        <p:nvSpPr>
          <p:cNvPr id="11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  <p:sldLayoutId id="2147483697" r:id="rId12"/>
    <p:sldLayoutId id="2147483698" r:id="rId13"/>
    <p:sldLayoutId id="2147483699" r:id="rId14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71;p16" descr=""/>
          <p:cNvPicPr/>
          <p:nvPr/>
        </p:nvPicPr>
        <p:blipFill>
          <a:blip r:embed="rId2"/>
          <a:stretch/>
        </p:blipFill>
        <p:spPr>
          <a:xfrm>
            <a:off x="0" y="0"/>
            <a:ext cx="9143280" cy="5142960"/>
          </a:xfrm>
          <a:prstGeom prst="rect">
            <a:avLst/>
          </a:prstGeom>
          <a:ln w="0">
            <a:noFill/>
          </a:ln>
        </p:spPr>
      </p:pic>
      <p:sp>
        <p:nvSpPr>
          <p:cNvPr id="15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01" r:id="rId3"/>
    <p:sldLayoutId id="2147483702" r:id="rId4"/>
    <p:sldLayoutId id="2147483703" r:id="rId5"/>
    <p:sldLayoutId id="2147483704" r:id="rId6"/>
    <p:sldLayoutId id="2147483705" r:id="rId7"/>
    <p:sldLayoutId id="2147483706" r:id="rId8"/>
    <p:sldLayoutId id="2147483707" r:id="rId9"/>
    <p:sldLayoutId id="2147483708" r:id="rId10"/>
    <p:sldLayoutId id="2147483709" r:id="rId11"/>
    <p:sldLayoutId id="2147483710" r:id="rId12"/>
    <p:sldLayoutId id="2147483711" r:id="rId13"/>
    <p:sldLayoutId id="2147483712" r:id="rId14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5" name="Google Shape;32;p7" descr=""/>
          <p:cNvPicPr/>
          <p:nvPr/>
        </p:nvPicPr>
        <p:blipFill>
          <a:blip r:embed="rId2"/>
          <a:stretch/>
        </p:blipFill>
        <p:spPr>
          <a:xfrm flipH="1">
            <a:off x="720" y="0"/>
            <a:ext cx="9143280" cy="5142960"/>
          </a:xfrm>
          <a:prstGeom prst="rect">
            <a:avLst/>
          </a:prstGeom>
          <a:ln w="0">
            <a:noFill/>
          </a:ln>
        </p:spPr>
      </p:pic>
      <p:sp>
        <p:nvSpPr>
          <p:cNvPr id="19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14" r:id="rId3"/>
    <p:sldLayoutId id="2147483715" r:id="rId4"/>
    <p:sldLayoutId id="2147483716" r:id="rId5"/>
    <p:sldLayoutId id="2147483717" r:id="rId6"/>
    <p:sldLayoutId id="2147483718" r:id="rId7"/>
    <p:sldLayoutId id="2147483719" r:id="rId8"/>
    <p:sldLayoutId id="2147483720" r:id="rId9"/>
    <p:sldLayoutId id="2147483721" r:id="rId10"/>
    <p:sldLayoutId id="2147483722" r:id="rId11"/>
    <p:sldLayoutId id="2147483723" r:id="rId12"/>
    <p:sldLayoutId id="2147483724" r:id="rId13"/>
    <p:sldLayoutId id="2147483725" r:id="rId14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4" name="Google Shape;67;p15" descr=""/>
          <p:cNvPicPr/>
          <p:nvPr/>
        </p:nvPicPr>
        <p:blipFill>
          <a:blip r:embed="rId2"/>
          <a:stretch/>
        </p:blipFill>
        <p:spPr>
          <a:xfrm>
            <a:off x="0" y="0"/>
            <a:ext cx="9143280" cy="5142960"/>
          </a:xfrm>
          <a:prstGeom prst="rect">
            <a:avLst/>
          </a:prstGeom>
          <a:ln w="0">
            <a:noFill/>
          </a:ln>
        </p:spPr>
      </p:pic>
      <p:sp>
        <p:nvSpPr>
          <p:cNvPr id="23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6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27" r:id="rId3"/>
    <p:sldLayoutId id="2147483728" r:id="rId4"/>
    <p:sldLayoutId id="2147483729" r:id="rId5"/>
    <p:sldLayoutId id="2147483730" r:id="rId6"/>
    <p:sldLayoutId id="2147483731" r:id="rId7"/>
    <p:sldLayoutId id="2147483732" r:id="rId8"/>
    <p:sldLayoutId id="2147483733" r:id="rId9"/>
    <p:sldLayoutId id="2147483734" r:id="rId10"/>
    <p:sldLayoutId id="2147483735" r:id="rId11"/>
    <p:sldLayoutId id="2147483736" r:id="rId12"/>
    <p:sldLayoutId id="2147483737" r:id="rId13"/>
    <p:sldLayoutId id="2147483738" r:id="rId14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3" name="Google Shape;47;p11" descr=""/>
          <p:cNvPicPr/>
          <p:nvPr/>
        </p:nvPicPr>
        <p:blipFill>
          <a:blip r:embed="rId2"/>
          <a:stretch/>
        </p:blipFill>
        <p:spPr>
          <a:xfrm>
            <a:off x="0" y="0"/>
            <a:ext cx="9143280" cy="5142960"/>
          </a:xfrm>
          <a:prstGeom prst="rect">
            <a:avLst/>
          </a:prstGeom>
          <a:ln w="0">
            <a:noFill/>
          </a:ln>
        </p:spPr>
      </p:pic>
      <p:sp>
        <p:nvSpPr>
          <p:cNvPr id="27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5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40" r:id="rId3"/>
    <p:sldLayoutId id="2147483741" r:id="rId4"/>
    <p:sldLayoutId id="2147483742" r:id="rId5"/>
    <p:sldLayoutId id="2147483743" r:id="rId6"/>
    <p:sldLayoutId id="2147483744" r:id="rId7"/>
    <p:sldLayoutId id="2147483745" r:id="rId8"/>
    <p:sldLayoutId id="2147483746" r:id="rId9"/>
    <p:sldLayoutId id="2147483747" r:id="rId10"/>
    <p:sldLayoutId id="2147483748" r:id="rId11"/>
    <p:sldLayoutId id="2147483749" r:id="rId12"/>
    <p:sldLayoutId id="2147483750" r:id="rId13"/>
    <p:sldLayoutId id="2147483751" r:id="rId1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7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5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PlaceHolder 1"/>
          <p:cNvSpPr>
            <a:spLocks noGrp="1"/>
          </p:cNvSpPr>
          <p:nvPr>
            <p:ph type="title"/>
          </p:nvPr>
        </p:nvSpPr>
        <p:spPr>
          <a:xfrm>
            <a:off x="4149000" y="970200"/>
            <a:ext cx="3851280" cy="240984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4400" spc="-1" strike="noStrike">
                <a:solidFill>
                  <a:schemeClr val="dk1"/>
                </a:solidFill>
                <a:latin typeface="Poiret One"/>
                <a:ea typeface="Poiret One"/>
              </a:rPr>
              <a:t>{{TOPIC}}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3" name="PlaceHolder 2"/>
          <p:cNvSpPr>
            <a:spLocks noGrp="1"/>
          </p:cNvSpPr>
          <p:nvPr>
            <p:ph type="subTitle"/>
          </p:nvPr>
        </p:nvSpPr>
        <p:spPr>
          <a:xfrm>
            <a:off x="4149000" y="3380760"/>
            <a:ext cx="3851280" cy="79200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800" spc="-1" strike="noStrike">
                <a:solidFill>
                  <a:schemeClr val="lt2"/>
                </a:solidFill>
                <a:latin typeface="Oxygen"/>
                <a:ea typeface="Oxygen"/>
              </a:rPr>
              <a:t>Name: {{PRESENTOR_NAME}}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280" cy="57204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2400" spc="-1" strike="noStrike">
                <a:solidFill>
                  <a:schemeClr val="dk1"/>
                </a:solidFill>
                <a:latin typeface="Poiret One"/>
                <a:ea typeface="Poiret One"/>
              </a:rPr>
              <a:t>{{SECTION}}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5" name="PlaceHolder 2"/>
          <p:cNvSpPr>
            <a:spLocks noGrp="1"/>
          </p:cNvSpPr>
          <p:nvPr>
            <p:ph/>
          </p:nvPr>
        </p:nvSpPr>
        <p:spPr>
          <a:xfrm>
            <a:off x="720000" y="1152360"/>
            <a:ext cx="7703280" cy="341568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indent="0">
              <a:lnSpc>
                <a:spcPct val="115000"/>
              </a:lnSpc>
              <a:spcAft>
                <a:spcPts val="1599"/>
              </a:spcAft>
              <a:buNone/>
              <a:tabLst>
                <a:tab algn="l" pos="0"/>
              </a:tabLst>
            </a:pPr>
            <a:r>
              <a:rPr b="0" lang="en" sz="1200" spc="-1" strike="noStrike">
                <a:solidFill>
                  <a:schemeClr val="lt2"/>
                </a:solidFill>
                <a:latin typeface="Oxygen"/>
                <a:ea typeface="Oxygen"/>
              </a:rPr>
              <a:t>{{SECTION_CONTENT_BIG}}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280" cy="572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t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2400" spc="-1" strike="noStrike">
                <a:solidFill>
                  <a:schemeClr val="dk1"/>
                </a:solidFill>
                <a:latin typeface="Poiret One"/>
                <a:ea typeface="Poiret One"/>
              </a:rPr>
              <a:t>TABLE OF CONTENTS  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7" name="PlaceHolder 2"/>
          <p:cNvSpPr>
            <a:spLocks noGrp="1"/>
          </p:cNvSpPr>
          <p:nvPr>
            <p:ph type="title"/>
          </p:nvPr>
        </p:nvSpPr>
        <p:spPr>
          <a:xfrm>
            <a:off x="720000" y="2912400"/>
            <a:ext cx="2335680" cy="527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2000" spc="-1" strike="noStrike">
                <a:solidFill>
                  <a:schemeClr val="dk1"/>
                </a:solidFill>
                <a:latin typeface="Poiret One"/>
                <a:ea typeface="Poiret One"/>
              </a:rPr>
              <a:t>{{TOPIC_ONE}}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8" name="PlaceHolder 3"/>
          <p:cNvSpPr>
            <a:spLocks noGrp="1"/>
          </p:cNvSpPr>
          <p:nvPr>
            <p:ph type="subTitle"/>
          </p:nvPr>
        </p:nvSpPr>
        <p:spPr>
          <a:xfrm>
            <a:off x="720000" y="3693600"/>
            <a:ext cx="2335680" cy="87300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indent="0" algn="ctr">
              <a:lnSpc>
                <a:spcPct val="100000"/>
              </a:lnSpc>
              <a:spcAft>
                <a:spcPts val="1599"/>
              </a:spcAft>
              <a:buNone/>
              <a:tabLst>
                <a:tab algn="l" pos="0"/>
              </a:tabLst>
            </a:pPr>
            <a:r>
              <a:rPr b="0" lang="en" sz="1600" spc="-1" strike="noStrike">
                <a:solidFill>
                  <a:schemeClr val="lt2"/>
                </a:solidFill>
                <a:latin typeface="Oxygen"/>
                <a:ea typeface="Oxygen"/>
              </a:rPr>
              <a:t>{{TOPIC_ONE_SHORT_DESC}}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9" name="PlaceHolder 4"/>
          <p:cNvSpPr>
            <a:spLocks noGrp="1"/>
          </p:cNvSpPr>
          <p:nvPr>
            <p:ph type="title"/>
          </p:nvPr>
        </p:nvSpPr>
        <p:spPr>
          <a:xfrm>
            <a:off x="3403800" y="2876400"/>
            <a:ext cx="2335680" cy="527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2000" spc="-1" strike="noStrike">
                <a:solidFill>
                  <a:schemeClr val="dk1"/>
                </a:solidFill>
                <a:latin typeface="Poiret One"/>
                <a:ea typeface="Poiret One"/>
              </a:rPr>
              <a:t>{{TOPIC_TWO}}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0" name="PlaceHolder 5"/>
          <p:cNvSpPr>
            <a:spLocks noGrp="1"/>
          </p:cNvSpPr>
          <p:nvPr>
            <p:ph type="subTitle"/>
          </p:nvPr>
        </p:nvSpPr>
        <p:spPr>
          <a:xfrm>
            <a:off x="3403800" y="3693600"/>
            <a:ext cx="2335680" cy="87300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600" spc="-1" strike="noStrike">
                <a:solidFill>
                  <a:schemeClr val="lt2"/>
                </a:solidFill>
                <a:latin typeface="Oxygen"/>
                <a:ea typeface="Oxygen"/>
              </a:rPr>
              <a:t>{{TOPIC_TWO_SHORT_DESC}}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599"/>
              </a:spcBef>
              <a:spcAft>
                <a:spcPts val="1599"/>
              </a:spcAft>
              <a:buNone/>
              <a:tabLst>
                <a:tab algn="l" pos="0"/>
              </a:tabLs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1" name="PlaceHolder 6"/>
          <p:cNvSpPr>
            <a:spLocks noGrp="1"/>
          </p:cNvSpPr>
          <p:nvPr>
            <p:ph type="title"/>
          </p:nvPr>
        </p:nvSpPr>
        <p:spPr>
          <a:xfrm>
            <a:off x="6087600" y="2876400"/>
            <a:ext cx="2335680" cy="527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2000" spc="-1" strike="noStrike">
                <a:solidFill>
                  <a:schemeClr val="dk1"/>
                </a:solidFill>
                <a:latin typeface="Poiret One"/>
                <a:ea typeface="Poiret One"/>
              </a:rPr>
              <a:t>{{TOPIC_THREE}}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2" name="PlaceHolder 7"/>
          <p:cNvSpPr>
            <a:spLocks noGrp="1"/>
          </p:cNvSpPr>
          <p:nvPr>
            <p:ph type="subTitle"/>
          </p:nvPr>
        </p:nvSpPr>
        <p:spPr>
          <a:xfrm>
            <a:off x="6087600" y="3693600"/>
            <a:ext cx="2335680" cy="87300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600" spc="-1" strike="noStrike">
                <a:solidFill>
                  <a:schemeClr val="lt2"/>
                </a:solidFill>
                <a:latin typeface="Oxygen"/>
                <a:ea typeface="Oxygen"/>
              </a:rPr>
              <a:t>{{TOPIC_THREE_SHORT_DESC}}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599"/>
              </a:spcBef>
              <a:spcAft>
                <a:spcPts val="1599"/>
              </a:spcAft>
              <a:buNone/>
              <a:tabLst>
                <a:tab algn="l" pos="0"/>
              </a:tabLs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3" name="Google Shape;182;p34"/>
          <p:cNvSpPr/>
          <p:nvPr/>
        </p:nvSpPr>
        <p:spPr>
          <a:xfrm>
            <a:off x="1402200" y="1385640"/>
            <a:ext cx="970920" cy="970920"/>
          </a:xfrm>
          <a:prstGeom prst="ellipse">
            <a:avLst/>
          </a:prstGeom>
          <a:noFill/>
          <a:ln w="19050">
            <a:solidFill>
              <a:srgbClr val="b0898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24" name="Google Shape;183;p34"/>
          <p:cNvSpPr/>
          <p:nvPr/>
        </p:nvSpPr>
        <p:spPr>
          <a:xfrm>
            <a:off x="4086000" y="1385640"/>
            <a:ext cx="970920" cy="970920"/>
          </a:xfrm>
          <a:prstGeom prst="ellipse">
            <a:avLst/>
          </a:prstGeom>
          <a:noFill/>
          <a:ln w="19050">
            <a:solidFill>
              <a:srgbClr val="b0898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25" name="Google Shape;184;p34"/>
          <p:cNvSpPr/>
          <p:nvPr/>
        </p:nvSpPr>
        <p:spPr>
          <a:xfrm>
            <a:off x="6769800" y="1385640"/>
            <a:ext cx="970920" cy="970920"/>
          </a:xfrm>
          <a:prstGeom prst="ellipse">
            <a:avLst/>
          </a:prstGeom>
          <a:noFill/>
          <a:ln w="19050">
            <a:solidFill>
              <a:srgbClr val="b0898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cxnSp>
        <p:nvCxnSpPr>
          <p:cNvPr id="326" name="Google Shape;185;p34"/>
          <p:cNvCxnSpPr>
            <a:stCxn id="323" idx="4"/>
            <a:endCxn id="317" idx="0"/>
          </p:cNvCxnSpPr>
          <p:nvPr/>
        </p:nvCxnSpPr>
        <p:spPr>
          <a:xfrm>
            <a:off x="1887840" y="2356560"/>
            <a:ext cx="360" cy="556200"/>
          </a:xfrm>
          <a:prstGeom prst="straightConnector1">
            <a:avLst/>
          </a:prstGeom>
          <a:ln w="19050">
            <a:solidFill>
              <a:srgbClr val="b08980"/>
            </a:solidFill>
            <a:round/>
          </a:ln>
        </p:spPr>
      </p:cxnSp>
      <p:cxnSp>
        <p:nvCxnSpPr>
          <p:cNvPr id="327" name="Google Shape;186;p34"/>
          <p:cNvCxnSpPr>
            <a:stCxn id="324" idx="4"/>
            <a:endCxn id="319" idx="0"/>
          </p:cNvCxnSpPr>
          <p:nvPr/>
        </p:nvCxnSpPr>
        <p:spPr>
          <a:xfrm>
            <a:off x="4571640" y="2356560"/>
            <a:ext cx="360" cy="520200"/>
          </a:xfrm>
          <a:prstGeom prst="straightConnector1">
            <a:avLst/>
          </a:prstGeom>
          <a:ln w="19050">
            <a:solidFill>
              <a:srgbClr val="b08980"/>
            </a:solidFill>
            <a:round/>
          </a:ln>
        </p:spPr>
      </p:cxnSp>
      <p:cxnSp>
        <p:nvCxnSpPr>
          <p:cNvPr id="328" name="Google Shape;187;p34"/>
          <p:cNvCxnSpPr>
            <a:stCxn id="325" idx="4"/>
            <a:endCxn id="321" idx="0"/>
          </p:cNvCxnSpPr>
          <p:nvPr/>
        </p:nvCxnSpPr>
        <p:spPr>
          <a:xfrm>
            <a:off x="7255440" y="2356560"/>
            <a:ext cx="360" cy="520200"/>
          </a:xfrm>
          <a:prstGeom prst="straightConnector1">
            <a:avLst/>
          </a:prstGeom>
          <a:ln w="19050">
            <a:solidFill>
              <a:srgbClr val="b08980"/>
            </a:solidFill>
            <a:round/>
          </a:ln>
        </p:spPr>
      </p:cxnSp>
      <p:sp>
        <p:nvSpPr>
          <p:cNvPr id="329" name="PlaceHolder 8"/>
          <p:cNvSpPr>
            <a:spLocks noGrp="1"/>
          </p:cNvSpPr>
          <p:nvPr>
            <p:ph type="title"/>
          </p:nvPr>
        </p:nvSpPr>
        <p:spPr>
          <a:xfrm>
            <a:off x="720000" y="1589400"/>
            <a:ext cx="2335680" cy="592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3000" spc="-1" strike="noStrike">
                <a:solidFill>
                  <a:schemeClr val="dk1"/>
                </a:solidFill>
                <a:latin typeface="Poiret One"/>
                <a:ea typeface="Poiret One"/>
              </a:rPr>
              <a:t>01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0" name="PlaceHolder 9"/>
          <p:cNvSpPr>
            <a:spLocks noGrp="1"/>
          </p:cNvSpPr>
          <p:nvPr>
            <p:ph type="title"/>
          </p:nvPr>
        </p:nvSpPr>
        <p:spPr>
          <a:xfrm>
            <a:off x="3403800" y="1589400"/>
            <a:ext cx="2335680" cy="592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3000" spc="-1" strike="noStrike">
                <a:solidFill>
                  <a:schemeClr val="dk1"/>
                </a:solidFill>
                <a:latin typeface="Poiret One"/>
                <a:ea typeface="Poiret One"/>
              </a:rPr>
              <a:t>02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1" name="PlaceHolder 10"/>
          <p:cNvSpPr>
            <a:spLocks noGrp="1"/>
          </p:cNvSpPr>
          <p:nvPr>
            <p:ph type="title"/>
          </p:nvPr>
        </p:nvSpPr>
        <p:spPr>
          <a:xfrm>
            <a:off x="6087600" y="1589400"/>
            <a:ext cx="2335680" cy="592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3000" spc="-1" strike="noStrike">
                <a:solidFill>
                  <a:schemeClr val="dk1"/>
                </a:solidFill>
                <a:latin typeface="Poiret One"/>
                <a:ea typeface="Poiret One"/>
              </a:rPr>
              <a:t>03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PlaceHolder 1"/>
          <p:cNvSpPr>
            <a:spLocks noGrp="1"/>
          </p:cNvSpPr>
          <p:nvPr>
            <p:ph type="title"/>
          </p:nvPr>
        </p:nvSpPr>
        <p:spPr>
          <a:xfrm>
            <a:off x="2432880" y="1330200"/>
            <a:ext cx="4277160" cy="1611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t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8700" spc="-1" strike="noStrike">
                <a:solidFill>
                  <a:schemeClr val="dk1"/>
                </a:solidFill>
                <a:latin typeface="Poiret One"/>
                <a:ea typeface="Poiret One"/>
              </a:rPr>
              <a:t>WHOA</a:t>
            </a:r>
            <a:endParaRPr b="0" lang="en-US" sz="8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3" name="PlaceHolder 2"/>
          <p:cNvSpPr>
            <a:spLocks noGrp="1"/>
          </p:cNvSpPr>
          <p:nvPr>
            <p:ph type="subTitle"/>
          </p:nvPr>
        </p:nvSpPr>
        <p:spPr>
          <a:xfrm>
            <a:off x="2775600" y="3495960"/>
            <a:ext cx="3592080" cy="71280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indent="0" algn="ctr">
              <a:lnSpc>
                <a:spcPct val="100000"/>
              </a:lnSpc>
              <a:spcAft>
                <a:spcPts val="1599"/>
              </a:spcAft>
              <a:buNone/>
              <a:tabLst>
                <a:tab algn="l" pos="0"/>
              </a:tabLst>
            </a:pPr>
            <a:r>
              <a:rPr b="0" lang="en" sz="1600" spc="-1" strike="noStrike">
                <a:solidFill>
                  <a:schemeClr val="lt2"/>
                </a:solidFill>
                <a:latin typeface="Oxygen"/>
                <a:ea typeface="Oxygen"/>
              </a:rPr>
              <a:t>{{SHORT_DISCLAIMER}}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PlaceHolder 1"/>
          <p:cNvSpPr>
            <a:spLocks noGrp="1"/>
          </p:cNvSpPr>
          <p:nvPr>
            <p:ph type="title"/>
          </p:nvPr>
        </p:nvSpPr>
        <p:spPr>
          <a:xfrm>
            <a:off x="2289960" y="3461400"/>
            <a:ext cx="4563360" cy="531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1800" spc="-1" strike="noStrike">
                <a:solidFill>
                  <a:schemeClr val="dk1"/>
                </a:solidFill>
                <a:latin typeface="Poiret One"/>
                <a:ea typeface="Poiret One"/>
              </a:rPr>
              <a:t>—</a:t>
            </a:r>
            <a:r>
              <a:rPr b="1" lang="en" sz="1800" spc="-1" strike="noStrike">
                <a:solidFill>
                  <a:schemeClr val="dk1"/>
                </a:solidFill>
                <a:latin typeface="Poiret One"/>
                <a:ea typeface="Poiret One"/>
              </a:rPr>
              <a:t>{{QUOTE_WRITER}}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5" name="PlaceHolder 2"/>
          <p:cNvSpPr>
            <a:spLocks noGrp="1"/>
          </p:cNvSpPr>
          <p:nvPr>
            <p:ph type="subTitle"/>
          </p:nvPr>
        </p:nvSpPr>
        <p:spPr>
          <a:xfrm>
            <a:off x="1454760" y="1728360"/>
            <a:ext cx="6233760" cy="124848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ctr">
            <a:noAutofit/>
          </a:bodyPr>
          <a:p>
            <a:pPr indent="0" algn="ctr">
              <a:lnSpc>
                <a:spcPct val="100000"/>
              </a:lnSpc>
              <a:spcAft>
                <a:spcPts val="1599"/>
              </a:spcAft>
              <a:buNone/>
              <a:tabLst>
                <a:tab algn="l" pos="0"/>
              </a:tabLst>
            </a:pPr>
            <a:r>
              <a:rPr b="0" lang="en" sz="2500" spc="-1" strike="noStrike">
                <a:solidFill>
                  <a:schemeClr val="lt2"/>
                </a:solidFill>
                <a:latin typeface="Oxygen"/>
                <a:ea typeface="Oxygen"/>
              </a:rPr>
              <a:t>{{QUOTE}}</a:t>
            </a:r>
            <a:endParaRPr b="0" lang="en-US" sz="25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PlaceHolder 1"/>
          <p:cNvSpPr>
            <a:spLocks noGrp="1"/>
          </p:cNvSpPr>
          <p:nvPr>
            <p:ph type="title"/>
          </p:nvPr>
        </p:nvSpPr>
        <p:spPr>
          <a:xfrm>
            <a:off x="685800" y="740160"/>
            <a:ext cx="7772400" cy="860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t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4500" spc="-1" strike="noStrike">
                <a:solidFill>
                  <a:schemeClr val="dk1"/>
                </a:solidFill>
                <a:latin typeface="Poiret One"/>
                <a:ea typeface="Poiret One"/>
              </a:rPr>
              <a:t>{{SECTION_TITLE}}</a:t>
            </a:r>
            <a:endParaRPr b="0" lang="en-US" sz="4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7" name="PlaceHolder 2"/>
          <p:cNvSpPr>
            <a:spLocks noGrp="1"/>
          </p:cNvSpPr>
          <p:nvPr>
            <p:ph type="subTitle"/>
          </p:nvPr>
        </p:nvSpPr>
        <p:spPr>
          <a:xfrm>
            <a:off x="2432880" y="3377520"/>
            <a:ext cx="4277160" cy="126864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indent="0" algn="ctr">
              <a:lnSpc>
                <a:spcPct val="100000"/>
              </a:lnSpc>
              <a:spcAft>
                <a:spcPts val="1599"/>
              </a:spcAft>
              <a:buNone/>
              <a:tabLst>
                <a:tab algn="l" pos="0"/>
              </a:tabLst>
            </a:pPr>
            <a:r>
              <a:rPr b="0" lang="en" sz="1600" spc="-1" strike="noStrike">
                <a:solidFill>
                  <a:schemeClr val="lt2"/>
                </a:solidFill>
                <a:latin typeface="Oxygen"/>
                <a:ea typeface="Oxygen"/>
              </a:rPr>
              <a:t>{{SHORT_DESC}}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PlaceHolder 1"/>
          <p:cNvSpPr>
            <a:spLocks noGrp="1"/>
          </p:cNvSpPr>
          <p:nvPr>
            <p:ph type="subTitle"/>
          </p:nvPr>
        </p:nvSpPr>
        <p:spPr>
          <a:xfrm>
            <a:off x="720000" y="1488600"/>
            <a:ext cx="446076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>
              <a:lnSpc>
                <a:spcPct val="100000"/>
              </a:lnSpc>
              <a:spcAft>
                <a:spcPts val="1599"/>
              </a:spcAft>
              <a:tabLst>
                <a:tab algn="l" pos="0"/>
              </a:tabLst>
            </a:pPr>
            <a:r>
              <a:rPr b="0" lang="en" sz="1600" spc="-1" strike="noStrike">
                <a:solidFill>
                  <a:schemeClr val="lt2"/>
                </a:solidFill>
                <a:latin typeface="Oxygen"/>
                <a:ea typeface="Oxygen"/>
              </a:rPr>
              <a:t>{{SECTION_CONTENT}}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9" name="PlaceHolder 2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280" cy="572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2400" spc="-1" strike="noStrike">
                <a:solidFill>
                  <a:schemeClr val="dk1"/>
                </a:solidFill>
                <a:latin typeface="Poiret One"/>
                <a:ea typeface="Poiret One"/>
              </a:rPr>
              <a:t>{{SECTION}}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PlaceHolder 1"/>
          <p:cNvSpPr>
            <a:spLocks noGrp="1"/>
          </p:cNvSpPr>
          <p:nvPr>
            <p:ph type="title"/>
          </p:nvPr>
        </p:nvSpPr>
        <p:spPr>
          <a:xfrm>
            <a:off x="1284120" y="1342440"/>
            <a:ext cx="6575400" cy="1510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b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6400" spc="-1" strike="noStrike">
                <a:solidFill>
                  <a:schemeClr val="dk1"/>
                </a:solidFill>
                <a:latin typeface="Poiret One"/>
                <a:ea typeface="Poiret One"/>
              </a:rPr>
              <a:t>{{NUMBER}}</a:t>
            </a:r>
            <a:endParaRPr b="0" lang="en-US" sz="6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1" name="PlaceHolder 2"/>
          <p:cNvSpPr>
            <a:spLocks noGrp="1"/>
          </p:cNvSpPr>
          <p:nvPr>
            <p:ph type="subTitle"/>
          </p:nvPr>
        </p:nvSpPr>
        <p:spPr>
          <a:xfrm>
            <a:off x="1284120" y="3249720"/>
            <a:ext cx="6575400" cy="71280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indent="0" algn="ctr">
              <a:lnSpc>
                <a:spcPct val="100000"/>
              </a:lnSpc>
              <a:spcAft>
                <a:spcPts val="1599"/>
              </a:spcAft>
              <a:buNone/>
              <a:tabLst>
                <a:tab algn="l" pos="0"/>
              </a:tabLst>
            </a:pPr>
            <a:r>
              <a:rPr b="0" lang="en" sz="1600" spc="-1" strike="noStrike">
                <a:solidFill>
                  <a:schemeClr val="lt2"/>
                </a:solidFill>
                <a:latin typeface="Oxygen"/>
                <a:ea typeface="Oxygen"/>
              </a:rPr>
              <a:t>{{NUMBER_INFO}}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PlaceHolder 1"/>
          <p:cNvSpPr>
            <a:spLocks noGrp="1"/>
          </p:cNvSpPr>
          <p:nvPr>
            <p:ph type="title"/>
          </p:nvPr>
        </p:nvSpPr>
        <p:spPr>
          <a:xfrm>
            <a:off x="1284120" y="1558440"/>
            <a:ext cx="6575400" cy="1510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b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6400" spc="-1" strike="noStrike">
                <a:solidFill>
                  <a:schemeClr val="dk1"/>
                </a:solidFill>
                <a:latin typeface="Poiret One"/>
                <a:ea typeface="Poiret One"/>
              </a:rPr>
              <a:t>Thank You!</a:t>
            </a:r>
            <a:endParaRPr b="0" lang="en-US" sz="6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Minimalist Aesthetic Slideshow by Slidesgo">
  <a:themeElements>
    <a:clrScheme name="Simple Light">
      <a:dk1>
        <a:srgbClr val="6d5b57"/>
      </a:dk1>
      <a:lt1>
        <a:srgbClr val="f2e1d8"/>
      </a:lt1>
      <a:dk2>
        <a:srgbClr val="595959"/>
      </a:dk2>
      <a:lt2>
        <a:srgbClr val="b08980"/>
      </a:lt2>
      <a:accent1>
        <a:srgbClr val="6d5b57"/>
      </a:accent1>
      <a:accent2>
        <a:srgbClr val="f2e1d8"/>
      </a:accent2>
      <a:accent3>
        <a:srgbClr val="595959"/>
      </a:accent3>
      <a:accent4>
        <a:srgbClr val="b08980"/>
      </a:accent4>
      <a:accent5>
        <a:srgbClr val="f2e1d8"/>
      </a:accent5>
      <a:accent6>
        <a:srgbClr val="595959"/>
      </a:accent6>
      <a:hlink>
        <a:srgbClr val="595959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Minimalist Aesthetic Slideshow by Slidesgo">
  <a:themeElements>
    <a:clrScheme name="Simple Light">
      <a:dk1>
        <a:srgbClr val="6d5b57"/>
      </a:dk1>
      <a:lt1>
        <a:srgbClr val="f2e1d8"/>
      </a:lt1>
      <a:dk2>
        <a:srgbClr val="595959"/>
      </a:dk2>
      <a:lt2>
        <a:srgbClr val="b08980"/>
      </a:lt2>
      <a:accent1>
        <a:srgbClr val="6d5b57"/>
      </a:accent1>
      <a:accent2>
        <a:srgbClr val="f2e1d8"/>
      </a:accent2>
      <a:accent3>
        <a:srgbClr val="595959"/>
      </a:accent3>
      <a:accent4>
        <a:srgbClr val="b08980"/>
      </a:accent4>
      <a:accent5>
        <a:srgbClr val="f2e1d8"/>
      </a:accent5>
      <a:accent6>
        <a:srgbClr val="595959"/>
      </a:accent6>
      <a:hlink>
        <a:srgbClr val="595959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Minimalist Aesthetic Slideshow by Slidesgo">
  <a:themeElements>
    <a:clrScheme name="Simple Light">
      <a:dk1>
        <a:srgbClr val="6d5b57"/>
      </a:dk1>
      <a:lt1>
        <a:srgbClr val="f2e1d8"/>
      </a:lt1>
      <a:dk2>
        <a:srgbClr val="595959"/>
      </a:dk2>
      <a:lt2>
        <a:srgbClr val="b08980"/>
      </a:lt2>
      <a:accent1>
        <a:srgbClr val="6d5b57"/>
      </a:accent1>
      <a:accent2>
        <a:srgbClr val="f2e1d8"/>
      </a:accent2>
      <a:accent3>
        <a:srgbClr val="595959"/>
      </a:accent3>
      <a:accent4>
        <a:srgbClr val="b08980"/>
      </a:accent4>
      <a:accent5>
        <a:srgbClr val="f2e1d8"/>
      </a:accent5>
      <a:accent6>
        <a:srgbClr val="595959"/>
      </a:accent6>
      <a:hlink>
        <a:srgbClr val="595959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name="Minimalist Aesthetic Slideshow by Slidesgo">
  <a:themeElements>
    <a:clrScheme name="Simple Light">
      <a:dk1>
        <a:srgbClr val="6d5b57"/>
      </a:dk1>
      <a:lt1>
        <a:srgbClr val="f2e1d8"/>
      </a:lt1>
      <a:dk2>
        <a:srgbClr val="595959"/>
      </a:dk2>
      <a:lt2>
        <a:srgbClr val="b08980"/>
      </a:lt2>
      <a:accent1>
        <a:srgbClr val="6d5b57"/>
      </a:accent1>
      <a:accent2>
        <a:srgbClr val="f2e1d8"/>
      </a:accent2>
      <a:accent3>
        <a:srgbClr val="595959"/>
      </a:accent3>
      <a:accent4>
        <a:srgbClr val="b08980"/>
      </a:accent4>
      <a:accent5>
        <a:srgbClr val="f2e1d8"/>
      </a:accent5>
      <a:accent6>
        <a:srgbClr val="595959"/>
      </a:accent6>
      <a:hlink>
        <a:srgbClr val="595959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name="Minimalist Aesthetic Slideshow by Slidesgo">
  <a:themeElements>
    <a:clrScheme name="Simple Light">
      <a:dk1>
        <a:srgbClr val="6d5b57"/>
      </a:dk1>
      <a:lt1>
        <a:srgbClr val="f2e1d8"/>
      </a:lt1>
      <a:dk2>
        <a:srgbClr val="595959"/>
      </a:dk2>
      <a:lt2>
        <a:srgbClr val="b08980"/>
      </a:lt2>
      <a:accent1>
        <a:srgbClr val="6d5b57"/>
      </a:accent1>
      <a:accent2>
        <a:srgbClr val="f2e1d8"/>
      </a:accent2>
      <a:accent3>
        <a:srgbClr val="595959"/>
      </a:accent3>
      <a:accent4>
        <a:srgbClr val="b08980"/>
      </a:accent4>
      <a:accent5>
        <a:srgbClr val="f2e1d8"/>
      </a:accent5>
      <a:accent6>
        <a:srgbClr val="595959"/>
      </a:accent6>
      <a:hlink>
        <a:srgbClr val="595959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6.xml><?xml version="1.0" encoding="utf-8"?>
<a:theme xmlns:a="http://schemas.openxmlformats.org/drawingml/2006/main" name="Minimalist Aesthetic Slideshow by Slidesgo">
  <a:themeElements>
    <a:clrScheme name="Simple Light">
      <a:dk1>
        <a:srgbClr val="6d5b57"/>
      </a:dk1>
      <a:lt1>
        <a:srgbClr val="f2e1d8"/>
      </a:lt1>
      <a:dk2>
        <a:srgbClr val="595959"/>
      </a:dk2>
      <a:lt2>
        <a:srgbClr val="b08980"/>
      </a:lt2>
      <a:accent1>
        <a:srgbClr val="6d5b57"/>
      </a:accent1>
      <a:accent2>
        <a:srgbClr val="f2e1d8"/>
      </a:accent2>
      <a:accent3>
        <a:srgbClr val="595959"/>
      </a:accent3>
      <a:accent4>
        <a:srgbClr val="b08980"/>
      </a:accent4>
      <a:accent5>
        <a:srgbClr val="f2e1d8"/>
      </a:accent5>
      <a:accent6>
        <a:srgbClr val="595959"/>
      </a:accent6>
      <a:hlink>
        <a:srgbClr val="595959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7.xml><?xml version="1.0" encoding="utf-8"?>
<a:theme xmlns:a="http://schemas.openxmlformats.org/drawingml/2006/main" name="Minimalist Aesthetic Slideshow by Slidesgo">
  <a:themeElements>
    <a:clrScheme name="Simple Light">
      <a:dk1>
        <a:srgbClr val="6d5b57"/>
      </a:dk1>
      <a:lt1>
        <a:srgbClr val="f2e1d8"/>
      </a:lt1>
      <a:dk2>
        <a:srgbClr val="595959"/>
      </a:dk2>
      <a:lt2>
        <a:srgbClr val="b08980"/>
      </a:lt2>
      <a:accent1>
        <a:srgbClr val="6d5b57"/>
      </a:accent1>
      <a:accent2>
        <a:srgbClr val="f2e1d8"/>
      </a:accent2>
      <a:accent3>
        <a:srgbClr val="595959"/>
      </a:accent3>
      <a:accent4>
        <a:srgbClr val="b08980"/>
      </a:accent4>
      <a:accent5>
        <a:srgbClr val="f2e1d8"/>
      </a:accent5>
      <a:accent6>
        <a:srgbClr val="595959"/>
      </a:accent6>
      <a:hlink>
        <a:srgbClr val="595959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8.xml><?xml version="1.0" encoding="utf-8"?>
<a:theme xmlns:a="http://schemas.openxmlformats.org/drawingml/2006/main" name="Minimalist Aesthetic Slideshow by Slidesgo">
  <a:themeElements>
    <a:clrScheme name="Simple Light">
      <a:dk1>
        <a:srgbClr val="6d5b57"/>
      </a:dk1>
      <a:lt1>
        <a:srgbClr val="f2e1d8"/>
      </a:lt1>
      <a:dk2>
        <a:srgbClr val="595959"/>
      </a:dk2>
      <a:lt2>
        <a:srgbClr val="b08980"/>
      </a:lt2>
      <a:accent1>
        <a:srgbClr val="6d5b57"/>
      </a:accent1>
      <a:accent2>
        <a:srgbClr val="f2e1d8"/>
      </a:accent2>
      <a:accent3>
        <a:srgbClr val="595959"/>
      </a:accent3>
      <a:accent4>
        <a:srgbClr val="b08980"/>
      </a:accent4>
      <a:accent5>
        <a:srgbClr val="f2e1d8"/>
      </a:accent5>
      <a:accent6>
        <a:srgbClr val="595959"/>
      </a:accent6>
      <a:hlink>
        <a:srgbClr val="595959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LibreOffice/7.5.5.2$Linux_X86_64 LibreOffice_project/50$Build-2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dcterms:modified xsi:type="dcterms:W3CDTF">2023-10-15T17:25:44Z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