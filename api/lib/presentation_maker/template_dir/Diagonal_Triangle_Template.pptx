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notesSlides/notesSlide1.xml" ContentType="application/vnd.openxmlformats-officedocument.presentationml.notesSlide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1C4D3BD-27DD-4535-A46A-FA5BE5016A6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5C78931-D5F3-4748-9A33-9EAF255B3A30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BD812BA-821C-40CE-8F32-CABDFD625590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F396C0B-1928-4F17-B440-877CF24841DB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64CC78-BFB7-47F9-8CC7-C2295410AB74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68;p13"/>
          <p:cNvSpPr/>
          <p:nvPr/>
        </p:nvSpPr>
        <p:spPr>
          <a:xfrm>
            <a:off x="1226160" y="2104560"/>
            <a:ext cx="2072160" cy="1815480"/>
          </a:xfrm>
          <a:custGeom>
            <a:avLst/>
            <a:gdLst>
              <a:gd name="textAreaLeft" fmla="*/ 0 w 2072160"/>
              <a:gd name="textAreaRight" fmla="*/ 2072880 w 2072160"/>
              <a:gd name="textAreaTop" fmla="*/ 0 h 1815480"/>
              <a:gd name="textAreaBottom" fmla="*/ 1816200 h 1815480"/>
            </a:gdLst>
            <a:ahLst/>
            <a:rect l="textAreaLeft" t="textAreaTop" r="textAreaRight" b="textAreaBottom"/>
            <a:pathLst>
              <a:path w="21184" h="21442">
                <a:moveTo>
                  <a:pt x="10597" y="0"/>
                </a:moveTo>
                <a:lnTo>
                  <a:pt x="20359" y="0"/>
                </a:lnTo>
                <a:cubicBezTo>
                  <a:pt x="20993" y="0"/>
                  <a:pt x="21392" y="799"/>
                  <a:pt x="21070" y="1430"/>
                </a:cubicBezTo>
                <a:lnTo>
                  <a:pt x="16189" y="11200"/>
                </a:lnTo>
                <a:lnTo>
                  <a:pt x="11308" y="20970"/>
                </a:lnTo>
                <a:cubicBezTo>
                  <a:pt x="10987" y="21600"/>
                  <a:pt x="10197" y="21600"/>
                  <a:pt x="9876" y="20970"/>
                </a:cubicBezTo>
                <a:lnTo>
                  <a:pt x="4995" y="11200"/>
                </a:lnTo>
                <a:lnTo>
                  <a:pt x="113" y="1430"/>
                </a:lnTo>
                <a:cubicBezTo>
                  <a:pt x="-208" y="799"/>
                  <a:pt x="191" y="0"/>
                  <a:pt x="825" y="0"/>
                </a:cubicBezTo>
                <a:lnTo>
                  <a:pt x="10597" y="0"/>
                </a:ln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5" name="Google Shape;69;p13"/>
          <p:cNvSpPr/>
          <p:nvPr/>
        </p:nvSpPr>
        <p:spPr>
          <a:xfrm>
            <a:off x="2408760" y="4100040"/>
            <a:ext cx="2072160" cy="1815480"/>
          </a:xfrm>
          <a:custGeom>
            <a:avLst/>
            <a:gdLst>
              <a:gd name="textAreaLeft" fmla="*/ 0 w 2072160"/>
              <a:gd name="textAreaRight" fmla="*/ 2072880 w 2072160"/>
              <a:gd name="textAreaTop" fmla="*/ 0 h 1815480"/>
              <a:gd name="textAreaBottom" fmla="*/ 1816200 h 1815480"/>
            </a:gdLst>
            <a:ahLst/>
            <a:rect l="textAreaLeft" t="textAreaTop" r="textAreaRight" b="textAreaBottom"/>
            <a:pathLst>
              <a:path w="21184" h="21442">
                <a:moveTo>
                  <a:pt x="10597" y="0"/>
                </a:moveTo>
                <a:lnTo>
                  <a:pt x="20359" y="0"/>
                </a:lnTo>
                <a:cubicBezTo>
                  <a:pt x="20993" y="0"/>
                  <a:pt x="21392" y="799"/>
                  <a:pt x="21070" y="1430"/>
                </a:cubicBezTo>
                <a:lnTo>
                  <a:pt x="16189" y="11200"/>
                </a:lnTo>
                <a:lnTo>
                  <a:pt x="11308" y="20970"/>
                </a:lnTo>
                <a:cubicBezTo>
                  <a:pt x="10987" y="21600"/>
                  <a:pt x="10197" y="21600"/>
                  <a:pt x="9876" y="20970"/>
                </a:cubicBezTo>
                <a:lnTo>
                  <a:pt x="4995" y="11200"/>
                </a:lnTo>
                <a:lnTo>
                  <a:pt x="113" y="1430"/>
                </a:lnTo>
                <a:cubicBezTo>
                  <a:pt x="-208" y="799"/>
                  <a:pt x="191" y="0"/>
                  <a:pt x="825" y="0"/>
                </a:cubicBezTo>
                <a:lnTo>
                  <a:pt x="10597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6" name="Google Shape;70;p13"/>
          <p:cNvSpPr/>
          <p:nvPr/>
        </p:nvSpPr>
        <p:spPr>
          <a:xfrm>
            <a:off x="2466000" y="2183400"/>
            <a:ext cx="2072160" cy="1815480"/>
          </a:xfrm>
          <a:custGeom>
            <a:avLst/>
            <a:gdLst>
              <a:gd name="textAreaLeft" fmla="*/ 0 w 2072160"/>
              <a:gd name="textAreaRight" fmla="*/ 2072880 w 2072160"/>
              <a:gd name="textAreaTop" fmla="*/ 0 h 1815480"/>
              <a:gd name="textAreaBottom" fmla="*/ 1816200 h 1815480"/>
            </a:gdLst>
            <a:ahLst/>
            <a:rect l="textAreaLeft" t="textAreaTop" r="textAreaRight" b="textAreaBottom"/>
            <a:pathLst>
              <a:path w="21184" h="21442">
                <a:moveTo>
                  <a:pt x="10587" y="21442"/>
                </a:moveTo>
                <a:lnTo>
                  <a:pt x="825" y="21442"/>
                </a:lnTo>
                <a:cubicBezTo>
                  <a:pt x="191" y="21442"/>
                  <a:pt x="-208" y="20643"/>
                  <a:pt x="114" y="20012"/>
                </a:cubicBezTo>
                <a:lnTo>
                  <a:pt x="4995" y="10242"/>
                </a:lnTo>
                <a:lnTo>
                  <a:pt x="9876" y="472"/>
                </a:lnTo>
                <a:cubicBezTo>
                  <a:pt x="10197" y="-158"/>
                  <a:pt x="10987" y="-158"/>
                  <a:pt x="11308" y="472"/>
                </a:cubicBezTo>
                <a:lnTo>
                  <a:pt x="16189" y="10242"/>
                </a:lnTo>
                <a:lnTo>
                  <a:pt x="21071" y="20012"/>
                </a:lnTo>
                <a:cubicBezTo>
                  <a:pt x="21392" y="20643"/>
                  <a:pt x="20993" y="21442"/>
                  <a:pt x="20359" y="21442"/>
                </a:cubicBezTo>
                <a:lnTo>
                  <a:pt x="10587" y="21442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7" name="Google Shape;71;p13"/>
          <p:cNvSpPr/>
          <p:nvPr/>
        </p:nvSpPr>
        <p:spPr>
          <a:xfrm>
            <a:off x="3638520" y="4176360"/>
            <a:ext cx="2072160" cy="1815480"/>
          </a:xfrm>
          <a:custGeom>
            <a:avLst/>
            <a:gdLst>
              <a:gd name="textAreaLeft" fmla="*/ 0 w 2072160"/>
              <a:gd name="textAreaRight" fmla="*/ 2072880 w 2072160"/>
              <a:gd name="textAreaTop" fmla="*/ 0 h 1815480"/>
              <a:gd name="textAreaBottom" fmla="*/ 1816200 h 1815480"/>
            </a:gdLst>
            <a:ahLst/>
            <a:rect l="textAreaLeft" t="textAreaTop" r="textAreaRight" b="textAreaBottom"/>
            <a:pathLst>
              <a:path w="21184" h="21442">
                <a:moveTo>
                  <a:pt x="10587" y="21442"/>
                </a:moveTo>
                <a:lnTo>
                  <a:pt x="825" y="21442"/>
                </a:lnTo>
                <a:cubicBezTo>
                  <a:pt x="191" y="21442"/>
                  <a:pt x="-208" y="20643"/>
                  <a:pt x="114" y="20012"/>
                </a:cubicBezTo>
                <a:lnTo>
                  <a:pt x="4995" y="10242"/>
                </a:lnTo>
                <a:lnTo>
                  <a:pt x="9876" y="472"/>
                </a:lnTo>
                <a:cubicBezTo>
                  <a:pt x="10197" y="-158"/>
                  <a:pt x="10987" y="-158"/>
                  <a:pt x="11308" y="472"/>
                </a:cubicBezTo>
                <a:lnTo>
                  <a:pt x="16189" y="10242"/>
                </a:lnTo>
                <a:lnTo>
                  <a:pt x="21071" y="20012"/>
                </a:lnTo>
                <a:cubicBezTo>
                  <a:pt x="21392" y="20643"/>
                  <a:pt x="20993" y="21442"/>
                  <a:pt x="20359" y="21442"/>
                </a:cubicBezTo>
                <a:lnTo>
                  <a:pt x="10587" y="21442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8" name="Google Shape;72;p13"/>
          <p:cNvSpPr/>
          <p:nvPr/>
        </p:nvSpPr>
        <p:spPr>
          <a:xfrm>
            <a:off x="5258160" y="3467520"/>
            <a:ext cx="6628680" cy="13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en-US" sz="4900" spc="-1" strike="noStrike">
                <a:solidFill>
                  <a:srgbClr val="000000"/>
                </a:solidFill>
                <a:latin typeface="Calibri"/>
                <a:ea typeface="Calibri"/>
              </a:rPr>
              <a:t>Presented By: {{NAME}}</a:t>
            </a:r>
            <a:endParaRPr b="0" lang="en-US" sz="4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Google Shape;73;p13"/>
          <p:cNvSpPr/>
          <p:nvPr/>
        </p:nvSpPr>
        <p:spPr>
          <a:xfrm>
            <a:off x="5029560" y="2095920"/>
            <a:ext cx="6628680" cy="13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9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Calibri"/>
                <a:ea typeface="Calibri"/>
              </a:rPr>
              <a:t>{{TITLE}}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713520"/>
            <a:ext cx="10514520" cy="97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{{TITLE_SECTION}}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914400" y="2005560"/>
            <a:ext cx="1043820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90000"/>
              </a:lnSpc>
              <a:spcBef>
                <a:spcPts val="2200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Calibri"/>
              </a:rPr>
              <a:t>{{CONTENT}}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987440" y="431640"/>
            <a:ext cx="6358680" cy="191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Calibri"/>
                <a:ea typeface="Calibri"/>
              </a:rPr>
              <a:t>{{TITLE_SECTION}}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987440" y="2374200"/>
            <a:ext cx="6358680" cy="69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8b8b8b"/>
                </a:solidFill>
                <a:latin typeface="Calibri"/>
                <a:ea typeface="Calibri"/>
              </a:rPr>
              <a:t>{{SUBTITLE}}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Google Shape;91;p15"/>
          <p:cNvSpPr/>
          <p:nvPr/>
        </p:nvSpPr>
        <p:spPr>
          <a:xfrm>
            <a:off x="2567520" y="3486240"/>
            <a:ext cx="1463760" cy="1284120"/>
          </a:xfrm>
          <a:custGeom>
            <a:avLst/>
            <a:gdLst>
              <a:gd name="textAreaLeft" fmla="*/ 0 w 1463760"/>
              <a:gd name="textAreaRight" fmla="*/ 1464480 w 1463760"/>
              <a:gd name="textAreaTop" fmla="*/ 0 h 1284120"/>
              <a:gd name="textAreaBottom" fmla="*/ 1284840 h 1284120"/>
            </a:gdLst>
            <a:ahLst/>
            <a:rect l="textAreaLeft" t="textAreaTop" r="textAreaRight" b="textAreaBottom"/>
            <a:pathLst>
              <a:path w="21188" h="21441">
                <a:moveTo>
                  <a:pt x="10580" y="0"/>
                </a:moveTo>
                <a:lnTo>
                  <a:pt x="20360" y="0"/>
                </a:lnTo>
                <a:cubicBezTo>
                  <a:pt x="20994" y="0"/>
                  <a:pt x="21394" y="795"/>
                  <a:pt x="21077" y="1432"/>
                </a:cubicBezTo>
                <a:lnTo>
                  <a:pt x="16194" y="11198"/>
                </a:lnTo>
                <a:lnTo>
                  <a:pt x="11311" y="20964"/>
                </a:lnTo>
                <a:cubicBezTo>
                  <a:pt x="10994" y="21600"/>
                  <a:pt x="10194" y="21600"/>
                  <a:pt x="9877" y="20964"/>
                </a:cubicBezTo>
                <a:lnTo>
                  <a:pt x="4994" y="11198"/>
                </a:lnTo>
                <a:lnTo>
                  <a:pt x="111" y="1432"/>
                </a:lnTo>
                <a:cubicBezTo>
                  <a:pt x="-206" y="795"/>
                  <a:pt x="194" y="0"/>
                  <a:pt x="828" y="0"/>
                </a:cubicBezTo>
                <a:lnTo>
                  <a:pt x="10580" y="0"/>
                </a:ln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5" name="Google Shape;92;p15"/>
          <p:cNvSpPr/>
          <p:nvPr/>
        </p:nvSpPr>
        <p:spPr>
          <a:xfrm>
            <a:off x="3396960" y="4897440"/>
            <a:ext cx="1463760" cy="1284120"/>
          </a:xfrm>
          <a:custGeom>
            <a:avLst/>
            <a:gdLst>
              <a:gd name="textAreaLeft" fmla="*/ 0 w 1463760"/>
              <a:gd name="textAreaRight" fmla="*/ 1464480 w 1463760"/>
              <a:gd name="textAreaTop" fmla="*/ 0 h 1284120"/>
              <a:gd name="textAreaBottom" fmla="*/ 1284840 h 1284120"/>
            </a:gdLst>
            <a:ahLst/>
            <a:rect l="textAreaLeft" t="textAreaTop" r="textAreaRight" b="textAreaBottom"/>
            <a:pathLst>
              <a:path w="21188" h="21441">
                <a:moveTo>
                  <a:pt x="10580" y="0"/>
                </a:moveTo>
                <a:lnTo>
                  <a:pt x="20360" y="0"/>
                </a:lnTo>
                <a:cubicBezTo>
                  <a:pt x="20994" y="0"/>
                  <a:pt x="21394" y="795"/>
                  <a:pt x="21077" y="1432"/>
                </a:cubicBezTo>
                <a:lnTo>
                  <a:pt x="16194" y="11198"/>
                </a:lnTo>
                <a:lnTo>
                  <a:pt x="11311" y="20964"/>
                </a:lnTo>
                <a:cubicBezTo>
                  <a:pt x="10994" y="21600"/>
                  <a:pt x="10194" y="21600"/>
                  <a:pt x="9877" y="20964"/>
                </a:cubicBezTo>
                <a:lnTo>
                  <a:pt x="4994" y="11198"/>
                </a:lnTo>
                <a:lnTo>
                  <a:pt x="111" y="1432"/>
                </a:lnTo>
                <a:cubicBezTo>
                  <a:pt x="-206" y="795"/>
                  <a:pt x="194" y="0"/>
                  <a:pt x="828" y="0"/>
                </a:cubicBezTo>
                <a:lnTo>
                  <a:pt x="1058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6" name="Google Shape;93;p15"/>
          <p:cNvSpPr/>
          <p:nvPr/>
        </p:nvSpPr>
        <p:spPr>
          <a:xfrm>
            <a:off x="3444840" y="3543480"/>
            <a:ext cx="1463760" cy="1284120"/>
          </a:xfrm>
          <a:custGeom>
            <a:avLst/>
            <a:gdLst>
              <a:gd name="textAreaLeft" fmla="*/ 0 w 1463760"/>
              <a:gd name="textAreaRight" fmla="*/ 1464480 w 1463760"/>
              <a:gd name="textAreaTop" fmla="*/ 0 h 1284120"/>
              <a:gd name="textAreaBottom" fmla="*/ 1284840 h 1284120"/>
            </a:gdLst>
            <a:ahLst/>
            <a:rect l="textAreaLeft" t="textAreaTop" r="textAreaRight" b="textAreaBottom"/>
            <a:pathLst>
              <a:path w="21188" h="21441">
                <a:moveTo>
                  <a:pt x="10608" y="21441"/>
                </a:moveTo>
                <a:lnTo>
                  <a:pt x="828" y="21441"/>
                </a:lnTo>
                <a:cubicBezTo>
                  <a:pt x="194" y="21441"/>
                  <a:pt x="-206" y="20646"/>
                  <a:pt x="111" y="20009"/>
                </a:cubicBezTo>
                <a:lnTo>
                  <a:pt x="4994" y="10243"/>
                </a:lnTo>
                <a:lnTo>
                  <a:pt x="9877" y="477"/>
                </a:lnTo>
                <a:cubicBezTo>
                  <a:pt x="10194" y="-159"/>
                  <a:pt x="10994" y="-159"/>
                  <a:pt x="11311" y="477"/>
                </a:cubicBezTo>
                <a:lnTo>
                  <a:pt x="16194" y="10243"/>
                </a:lnTo>
                <a:lnTo>
                  <a:pt x="21077" y="20009"/>
                </a:lnTo>
                <a:cubicBezTo>
                  <a:pt x="21394" y="20646"/>
                  <a:pt x="20994" y="21441"/>
                  <a:pt x="20360" y="21441"/>
                </a:cubicBezTo>
                <a:lnTo>
                  <a:pt x="10608" y="21441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7" name="Google Shape;94;p15"/>
          <p:cNvSpPr/>
          <p:nvPr/>
        </p:nvSpPr>
        <p:spPr>
          <a:xfrm>
            <a:off x="4264920" y="4954680"/>
            <a:ext cx="1463760" cy="1284120"/>
          </a:xfrm>
          <a:custGeom>
            <a:avLst/>
            <a:gdLst>
              <a:gd name="textAreaLeft" fmla="*/ 0 w 1463760"/>
              <a:gd name="textAreaRight" fmla="*/ 1464480 w 1463760"/>
              <a:gd name="textAreaTop" fmla="*/ 0 h 1284120"/>
              <a:gd name="textAreaBottom" fmla="*/ 1284840 h 1284120"/>
            </a:gdLst>
            <a:ahLst/>
            <a:rect l="textAreaLeft" t="textAreaTop" r="textAreaRight" b="textAreaBottom"/>
            <a:pathLst>
              <a:path w="21188" h="21441">
                <a:moveTo>
                  <a:pt x="10608" y="21441"/>
                </a:moveTo>
                <a:lnTo>
                  <a:pt x="828" y="21441"/>
                </a:lnTo>
                <a:cubicBezTo>
                  <a:pt x="194" y="21441"/>
                  <a:pt x="-206" y="20646"/>
                  <a:pt x="111" y="20009"/>
                </a:cubicBezTo>
                <a:lnTo>
                  <a:pt x="4994" y="10243"/>
                </a:lnTo>
                <a:lnTo>
                  <a:pt x="9877" y="477"/>
                </a:lnTo>
                <a:cubicBezTo>
                  <a:pt x="10194" y="-159"/>
                  <a:pt x="10994" y="-159"/>
                  <a:pt x="11311" y="477"/>
                </a:cubicBezTo>
                <a:lnTo>
                  <a:pt x="16194" y="10243"/>
                </a:lnTo>
                <a:lnTo>
                  <a:pt x="21077" y="20009"/>
                </a:lnTo>
                <a:cubicBezTo>
                  <a:pt x="21394" y="20646"/>
                  <a:pt x="20994" y="21441"/>
                  <a:pt x="20360" y="21441"/>
                </a:cubicBezTo>
                <a:lnTo>
                  <a:pt x="10608" y="2144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32440" y="3342600"/>
            <a:ext cx="2989800" cy="28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Calibri"/>
                <a:ea typeface="Calibri"/>
              </a:rPr>
              <a:t>Thank You!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Google Shape;101;p16"/>
          <p:cNvSpPr/>
          <p:nvPr/>
        </p:nvSpPr>
        <p:spPr>
          <a:xfrm>
            <a:off x="1008000" y="142920"/>
            <a:ext cx="2514240" cy="2202480"/>
          </a:xfrm>
          <a:custGeom>
            <a:avLst/>
            <a:gdLst>
              <a:gd name="textAreaLeft" fmla="*/ 0 w 2514240"/>
              <a:gd name="textAreaRight" fmla="*/ 2514960 w 2514240"/>
              <a:gd name="textAreaTop" fmla="*/ 0 h 2202480"/>
              <a:gd name="textAreaBottom" fmla="*/ 2203200 h 2202480"/>
            </a:gdLst>
            <a:ahLst/>
            <a:rect l="textAreaLeft" t="textAreaTop" r="textAreaRight" b="textAreaBottom"/>
            <a:pathLst>
              <a:path w="21188" h="21442">
                <a:moveTo>
                  <a:pt x="10596" y="0"/>
                </a:moveTo>
                <a:lnTo>
                  <a:pt x="20364" y="0"/>
                </a:lnTo>
                <a:cubicBezTo>
                  <a:pt x="20998" y="0"/>
                  <a:pt x="21392" y="798"/>
                  <a:pt x="21079" y="1429"/>
                </a:cubicBezTo>
                <a:lnTo>
                  <a:pt x="16195" y="11199"/>
                </a:lnTo>
                <a:lnTo>
                  <a:pt x="11311" y="20969"/>
                </a:lnTo>
                <a:cubicBezTo>
                  <a:pt x="10990" y="21600"/>
                  <a:pt x="10202" y="21600"/>
                  <a:pt x="9881" y="20969"/>
                </a:cubicBezTo>
                <a:lnTo>
                  <a:pt x="4997" y="11199"/>
                </a:lnTo>
                <a:lnTo>
                  <a:pt x="113" y="1429"/>
                </a:lnTo>
                <a:cubicBezTo>
                  <a:pt x="-208" y="798"/>
                  <a:pt x="194" y="0"/>
                  <a:pt x="828" y="0"/>
                </a:cubicBezTo>
                <a:lnTo>
                  <a:pt x="10596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0" name="Google Shape;102;p16"/>
          <p:cNvSpPr/>
          <p:nvPr/>
        </p:nvSpPr>
        <p:spPr>
          <a:xfrm>
            <a:off x="2495520" y="238320"/>
            <a:ext cx="2514240" cy="2202480"/>
          </a:xfrm>
          <a:custGeom>
            <a:avLst/>
            <a:gdLst>
              <a:gd name="textAreaLeft" fmla="*/ 0 w 2514240"/>
              <a:gd name="textAreaRight" fmla="*/ 2514960 w 2514240"/>
              <a:gd name="textAreaTop" fmla="*/ 0 h 2202480"/>
              <a:gd name="textAreaBottom" fmla="*/ 2203200 h 2202480"/>
            </a:gdLst>
            <a:ahLst/>
            <a:rect l="textAreaLeft" t="textAreaTop" r="textAreaRight" b="textAreaBottom"/>
            <a:pathLst>
              <a:path w="21188" h="21442">
                <a:moveTo>
                  <a:pt x="10593" y="21442"/>
                </a:moveTo>
                <a:lnTo>
                  <a:pt x="825" y="21442"/>
                </a:lnTo>
                <a:cubicBezTo>
                  <a:pt x="191" y="21442"/>
                  <a:pt x="-203" y="20644"/>
                  <a:pt x="110" y="20013"/>
                </a:cubicBezTo>
                <a:lnTo>
                  <a:pt x="4994" y="10243"/>
                </a:lnTo>
                <a:lnTo>
                  <a:pt x="9878" y="473"/>
                </a:lnTo>
                <a:cubicBezTo>
                  <a:pt x="10199" y="-158"/>
                  <a:pt x="10987" y="-158"/>
                  <a:pt x="11308" y="473"/>
                </a:cubicBezTo>
                <a:lnTo>
                  <a:pt x="16192" y="10243"/>
                </a:lnTo>
                <a:lnTo>
                  <a:pt x="21076" y="20013"/>
                </a:lnTo>
                <a:cubicBezTo>
                  <a:pt x="21397" y="20644"/>
                  <a:pt x="20995" y="21442"/>
                  <a:pt x="20361" y="21442"/>
                </a:cubicBezTo>
                <a:lnTo>
                  <a:pt x="10593" y="21442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title"/>
          </p:nvPr>
        </p:nvSpPr>
        <p:spPr>
          <a:xfrm>
            <a:off x="5257800" y="2095920"/>
            <a:ext cx="6628680" cy="133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Calibri"/>
                <a:ea typeface="Calibri"/>
              </a:rPr>
              <a:t>Any Questions?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LibreOffice/7.5.5.2$Linux_X86_64 LibreOffice_project/50$Build-2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2023-09-01T00:30:56Z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